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63"/>
  </p:notesMasterIdLst>
  <p:handoutMasterIdLst>
    <p:handoutMasterId r:id="rId64"/>
  </p:handoutMasterIdLst>
  <p:sldIdLst>
    <p:sldId id="362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462" r:id="rId13"/>
    <p:sldId id="463" r:id="rId14"/>
    <p:sldId id="464" r:id="rId15"/>
    <p:sldId id="466" r:id="rId16"/>
    <p:sldId id="465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491" r:id="rId26"/>
    <p:sldId id="475" r:id="rId27"/>
    <p:sldId id="476" r:id="rId28"/>
    <p:sldId id="477" r:id="rId29"/>
    <p:sldId id="478" r:id="rId30"/>
    <p:sldId id="479" r:id="rId31"/>
    <p:sldId id="480" r:id="rId32"/>
    <p:sldId id="481" r:id="rId33"/>
    <p:sldId id="482" r:id="rId34"/>
    <p:sldId id="483" r:id="rId35"/>
    <p:sldId id="490" r:id="rId36"/>
    <p:sldId id="484" r:id="rId37"/>
    <p:sldId id="485" r:id="rId38"/>
    <p:sldId id="486" r:id="rId39"/>
    <p:sldId id="487" r:id="rId40"/>
    <p:sldId id="488" r:id="rId41"/>
    <p:sldId id="489" r:id="rId42"/>
    <p:sldId id="492" r:id="rId43"/>
    <p:sldId id="493" r:id="rId44"/>
    <p:sldId id="436" r:id="rId45"/>
    <p:sldId id="437" r:id="rId46"/>
    <p:sldId id="438" r:id="rId47"/>
    <p:sldId id="439" r:id="rId48"/>
    <p:sldId id="440" r:id="rId49"/>
    <p:sldId id="441" r:id="rId50"/>
    <p:sldId id="442" r:id="rId51"/>
    <p:sldId id="443" r:id="rId52"/>
    <p:sldId id="444" r:id="rId53"/>
    <p:sldId id="445" r:id="rId54"/>
    <p:sldId id="446" r:id="rId55"/>
    <p:sldId id="447" r:id="rId56"/>
    <p:sldId id="448" r:id="rId57"/>
    <p:sldId id="449" r:id="rId58"/>
    <p:sldId id="450" r:id="rId59"/>
    <p:sldId id="451" r:id="rId60"/>
    <p:sldId id="452" r:id="rId61"/>
    <p:sldId id="453" r:id="rId6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y,Murtaza (HHSC)" initials="A(" lastIdx="1" clrIdx="0">
    <p:extLst>
      <p:ext uri="{19B8F6BF-5375-455C-9EA6-DF929625EA0E}">
        <p15:presenceInfo xmlns:p15="http://schemas.microsoft.com/office/powerpoint/2012/main" userId="S::Murtaza.Ally@hhs.texas.gov::3053b341-1a97-470e-bbea-aefd65255f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E42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50" autoAdjust="0"/>
    <p:restoredTop sz="94280" autoAdjust="0"/>
  </p:normalViewPr>
  <p:slideViewPr>
    <p:cSldViewPr showGuides="1">
      <p:cViewPr varScale="1">
        <p:scale>
          <a:sx n="67" d="100"/>
          <a:sy n="67" d="100"/>
        </p:scale>
        <p:origin x="884" y="52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7-01T22:05:26.391" idx="1">
    <p:pos x="10" y="10"/>
    <p:text>the first element and the array itself points to the same memory location, so it is 0 elements away from the location of the array itself.</p:text>
    <p:extLst>
      <p:ext uri="{C676402C-5697-4E1C-873F-D02D1690AC5C}">
        <p15:threadingInfo xmlns:p15="http://schemas.microsoft.com/office/powerpoint/2012/main" timeZoneBias="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append(</a:t>
          </a:r>
          <a:r>
            <a:rPr lang="en-US" i="1" u="none" dirty="0">
              <a:latin typeface="Courier New" pitchFamily="49" charset="0"/>
              <a:cs typeface="Courier New" pitchFamily="49" charset="0"/>
            </a:rPr>
            <a:t>item</a:t>
          </a:r>
          <a:r>
            <a:rPr lang="en-US" u="sng" dirty="0">
              <a:latin typeface="Courier New" pitchFamily="49" charset="0"/>
              <a:cs typeface="Courier New" pitchFamily="49" charset="0"/>
            </a:rPr>
            <a:t>)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0B3B2D59-BF1D-46BC-A8C4-950E9AD0C1CC}">
      <dgm:prSet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index(</a:t>
          </a:r>
          <a:r>
            <a:rPr lang="en-US" i="1" u="none" dirty="0">
              <a:latin typeface="Courier New" pitchFamily="49" charset="0"/>
              <a:cs typeface="Courier New" pitchFamily="49" charset="0"/>
            </a:rPr>
            <a:t>item</a:t>
          </a:r>
          <a:r>
            <a:rPr lang="en-US" u="none" dirty="0">
              <a:latin typeface="Courier New" pitchFamily="49" charset="0"/>
              <a:cs typeface="Courier New" pitchFamily="49" charset="0"/>
            </a:rPr>
            <a:t>)</a:t>
          </a:r>
          <a:endParaRPr lang="en-US" u="none" dirty="0">
            <a:latin typeface="+mj-lt"/>
            <a:cs typeface="Courier New" pitchFamily="49" charset="0"/>
          </a:endParaRPr>
        </a:p>
      </dgm:t>
    </dgm:pt>
    <dgm:pt modelId="{5FE64FDC-66B8-455E-A050-9036385E10B7}" type="parTrans" cxnId="{FA2513A6-4CBC-4754-BB2D-68395439A35F}">
      <dgm:prSet/>
      <dgm:spPr/>
      <dgm:t>
        <a:bodyPr/>
        <a:lstStyle/>
        <a:p>
          <a:endParaRPr lang="en-US"/>
        </a:p>
      </dgm:t>
    </dgm:pt>
    <dgm:pt modelId="{198AAEAD-42AF-474C-9ACC-10C9C0D85511}" type="sibTrans" cxnId="{FA2513A6-4CBC-4754-BB2D-68395439A35F}">
      <dgm:prSet/>
      <dgm:spPr/>
      <dgm:t>
        <a:bodyPr/>
        <a:lstStyle/>
        <a:p>
          <a:endParaRPr lang="en-US"/>
        </a:p>
      </dgm:t>
    </dgm:pt>
    <dgm:pt modelId="{39A33158-A814-495E-863E-75A6F52BF17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Returns the index of the first element in the list containing </a:t>
          </a:r>
          <a:r>
            <a:rPr lang="en-US" dirty="0">
              <a:latin typeface="Courier New" pitchFamily="49" charset="0"/>
              <a:cs typeface="Courier New" pitchFamily="49" charset="0"/>
            </a:rPr>
            <a:t>item</a:t>
          </a:r>
        </a:p>
      </dgm:t>
    </dgm:pt>
    <dgm:pt modelId="{6CA9A3F0-2989-433B-8C96-5941648426C9}" type="parTrans" cxnId="{1D6F190F-FF0F-49CF-96EB-EB8B7E5AA99D}">
      <dgm:prSet/>
      <dgm:spPr/>
      <dgm:t>
        <a:bodyPr/>
        <a:lstStyle/>
        <a:p>
          <a:endParaRPr lang="en-US"/>
        </a:p>
      </dgm:t>
    </dgm:pt>
    <dgm:pt modelId="{0C39A582-00D6-4828-BF38-43B1E29BA6CC}" type="sibTrans" cxnId="{1D6F190F-FF0F-49CF-96EB-EB8B7E5AA99D}">
      <dgm:prSet/>
      <dgm:spPr/>
      <dgm:t>
        <a:bodyPr/>
        <a:lstStyle/>
        <a:p>
          <a:endParaRPr lang="en-US"/>
        </a:p>
      </dgm:t>
    </dgm:pt>
    <dgm:pt modelId="{EB962CD6-F412-41A8-A491-0D7012F9621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Raises</a:t>
          </a:r>
          <a:r>
            <a:rPr lang="en-US" dirty="0">
              <a:latin typeface="Courier New" pitchFamily="49" charset="0"/>
              <a:cs typeface="Courier New" pitchFamily="49" charset="0"/>
            </a:rPr>
            <a:t> ValueError</a:t>
          </a:r>
          <a:r>
            <a:rPr lang="en-US" dirty="0">
              <a:latin typeface="+mj-lt"/>
              <a:cs typeface="Courier New" pitchFamily="49" charset="0"/>
            </a:rPr>
            <a:t> exception if </a:t>
          </a:r>
          <a:r>
            <a:rPr lang="en-US" i="1" dirty="0">
              <a:latin typeface="Courier New" pitchFamily="49" charset="0"/>
              <a:cs typeface="Courier New" pitchFamily="49" charset="0"/>
            </a:rPr>
            <a:t>item</a:t>
          </a:r>
          <a:r>
            <a:rPr lang="en-US" dirty="0">
              <a:latin typeface="+mj-lt"/>
              <a:cs typeface="Courier New" pitchFamily="49" charset="0"/>
            </a:rPr>
            <a:t> not in the list</a:t>
          </a:r>
          <a:endParaRPr lang="en-US" dirty="0">
            <a:latin typeface="Courier New" pitchFamily="49" charset="0"/>
            <a:cs typeface="Courier New" pitchFamily="49" charset="0"/>
          </a:endParaRPr>
        </a:p>
      </dgm:t>
    </dgm:pt>
    <dgm:pt modelId="{4DE2EE50-D3A9-49F8-9D41-9CEF369C9826}" type="parTrans" cxnId="{5AA71DB8-EED6-4B6A-999C-3FA56C9FB0A4}">
      <dgm:prSet/>
      <dgm:spPr/>
      <dgm:t>
        <a:bodyPr/>
        <a:lstStyle/>
        <a:p>
          <a:endParaRPr lang="en-US"/>
        </a:p>
      </dgm:t>
    </dgm:pt>
    <dgm:pt modelId="{8B763F3B-405F-49FB-AC62-105F2AAE31BE}" type="sibTrans" cxnId="{5AA71DB8-EED6-4B6A-999C-3FA56C9FB0A4}">
      <dgm:prSet/>
      <dgm:spPr/>
      <dgm:t>
        <a:bodyPr/>
        <a:lstStyle/>
        <a:p>
          <a:endParaRPr lang="en-US"/>
        </a:p>
      </dgm:t>
    </dgm:pt>
    <dgm:pt modelId="{FDCB484C-3DFF-48EE-8D72-ECF195EF6DED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used to add items to a list – </a:t>
          </a:r>
          <a:r>
            <a:rPr lang="en-US" i="1" dirty="0">
              <a:latin typeface="Courier New" pitchFamily="49" charset="0"/>
              <a:cs typeface="Courier New" pitchFamily="49" charset="0"/>
            </a:rPr>
            <a:t>item</a:t>
          </a:r>
          <a:r>
            <a:rPr lang="en-US" dirty="0">
              <a:latin typeface="+mj-lt"/>
              <a:cs typeface="Courier New" pitchFamily="49" charset="0"/>
            </a:rPr>
            <a:t> is appended to the end of the existing list</a:t>
          </a:r>
          <a:endParaRPr lang="en-US" u="none" dirty="0"/>
        </a:p>
      </dgm:t>
    </dgm:pt>
    <dgm:pt modelId="{2DD369DE-2E65-432F-88CB-4D73211590B4}" type="parTrans" cxnId="{D0EBE1B6-A102-4864-85C7-D57939C43F08}">
      <dgm:prSet/>
      <dgm:spPr/>
      <dgm:t>
        <a:bodyPr/>
        <a:lstStyle/>
        <a:p>
          <a:endParaRPr lang="en-US"/>
        </a:p>
      </dgm:t>
    </dgm:pt>
    <dgm:pt modelId="{9F3BCFB6-7CDE-47EE-8152-0E1A04F941DC}" type="sibTrans" cxnId="{D0EBE1B6-A102-4864-85C7-D57939C43F08}">
      <dgm:prSet/>
      <dgm:spPr/>
      <dgm:t>
        <a:bodyPr/>
        <a:lstStyle/>
        <a:p>
          <a:endParaRPr lang="en-US"/>
        </a:p>
      </dgm:t>
    </dgm:pt>
    <dgm:pt modelId="{764C5199-6BE3-4A1D-A146-FB02AFDF98B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used to determine where an item is located in a list </a:t>
          </a:r>
        </a:p>
      </dgm:t>
    </dgm:pt>
    <dgm:pt modelId="{3D900D52-297C-4132-8B69-5302241089EC}" type="parTrans" cxnId="{EAB7FBB5-6EE3-4783-8CE1-8E1D752D3CFD}">
      <dgm:prSet/>
      <dgm:spPr/>
      <dgm:t>
        <a:bodyPr/>
        <a:lstStyle/>
        <a:p>
          <a:endParaRPr lang="en-US"/>
        </a:p>
      </dgm:t>
    </dgm:pt>
    <dgm:pt modelId="{E40357C2-0875-40A6-87A1-174163E2BC38}" type="sibTrans" cxnId="{EAB7FBB5-6EE3-4783-8CE1-8E1D752D3CF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2">
        <dgm:presLayoutVars>
          <dgm:bulletEnabled val="1"/>
        </dgm:presLayoutVars>
      </dgm:prSet>
      <dgm:spPr/>
    </dgm:pt>
    <dgm:pt modelId="{6E7E42BB-5D16-4720-9637-FD13A9A510D8}" type="pres">
      <dgm:prSet presAssocID="{0B3B2D59-BF1D-46BC-A8C4-950E9AD0C1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098582E-A9C4-46AF-89F7-E5691A22D9CD}" type="pres">
      <dgm:prSet presAssocID="{0B3B2D59-BF1D-46BC-A8C4-950E9AD0C1C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6F190F-FF0F-49CF-96EB-EB8B7E5AA99D}" srcId="{0B3B2D59-BF1D-46BC-A8C4-950E9AD0C1CC}" destId="{39A33158-A814-495E-863E-75A6F52BF176}" srcOrd="1" destOrd="0" parTransId="{6CA9A3F0-2989-433B-8C96-5941648426C9}" sibTransId="{0C39A582-00D6-4828-BF38-43B1E29BA6CC}"/>
    <dgm:cxn modelId="{359AE846-CE87-4049-B109-D47F686166D3}" type="presOf" srcId="{296FD401-3635-4595-BF57-8D5A793C66FA}" destId="{DD55324C-F873-4A1A-98BF-6A4803395D14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D8B08351-9FE5-4AB5-85CB-CE09FF313681}" type="presOf" srcId="{0B3B2D59-BF1D-46BC-A8C4-950E9AD0C1CC}" destId="{6E7E42BB-5D16-4720-9637-FD13A9A510D8}" srcOrd="0" destOrd="0" presId="urn:microsoft.com/office/officeart/2005/8/layout/vList2"/>
    <dgm:cxn modelId="{7054087D-A674-4605-859B-95E841515AF3}" type="presOf" srcId="{764C5199-6BE3-4A1D-A146-FB02AFDF98B5}" destId="{9098582E-A9C4-46AF-89F7-E5691A22D9CD}" srcOrd="0" destOrd="0" presId="urn:microsoft.com/office/officeart/2005/8/layout/vList2"/>
    <dgm:cxn modelId="{43CAEF9D-0154-421F-ABF5-D5B1EE29D938}" type="presOf" srcId="{90119837-5B71-4D44-BB01-DB0B084933C8}" destId="{ED5DCCC5-BCA8-4491-AA37-BAF153ECA184}" srcOrd="0" destOrd="0" presId="urn:microsoft.com/office/officeart/2005/8/layout/vList2"/>
    <dgm:cxn modelId="{FA2513A6-4CBC-4754-BB2D-68395439A35F}" srcId="{90119837-5B71-4D44-BB01-DB0B084933C8}" destId="{0B3B2D59-BF1D-46BC-A8C4-950E9AD0C1CC}" srcOrd="1" destOrd="0" parTransId="{5FE64FDC-66B8-455E-A050-9036385E10B7}" sibTransId="{198AAEAD-42AF-474C-9ACC-10C9C0D85511}"/>
    <dgm:cxn modelId="{86F13EB0-8AB4-4914-AC84-3A0887BB4AE8}" type="presOf" srcId="{FDCB484C-3DFF-48EE-8D72-ECF195EF6DED}" destId="{E41EC0C4-A466-4CB6-BEAE-C329D4D5715E}" srcOrd="0" destOrd="0" presId="urn:microsoft.com/office/officeart/2005/8/layout/vList2"/>
    <dgm:cxn modelId="{EAB7FBB5-6EE3-4783-8CE1-8E1D752D3CFD}" srcId="{0B3B2D59-BF1D-46BC-A8C4-950E9AD0C1CC}" destId="{764C5199-6BE3-4A1D-A146-FB02AFDF98B5}" srcOrd="0" destOrd="0" parTransId="{3D900D52-297C-4132-8B69-5302241089EC}" sibTransId="{E40357C2-0875-40A6-87A1-174163E2BC38}"/>
    <dgm:cxn modelId="{D0EBE1B6-A102-4864-85C7-D57939C43F08}" srcId="{296FD401-3635-4595-BF57-8D5A793C66FA}" destId="{FDCB484C-3DFF-48EE-8D72-ECF195EF6DED}" srcOrd="0" destOrd="0" parTransId="{2DD369DE-2E65-432F-88CB-4D73211590B4}" sibTransId="{9F3BCFB6-7CDE-47EE-8152-0E1A04F941DC}"/>
    <dgm:cxn modelId="{5AA71DB8-EED6-4B6A-999C-3FA56C9FB0A4}" srcId="{0B3B2D59-BF1D-46BC-A8C4-950E9AD0C1CC}" destId="{EB962CD6-F412-41A8-A491-0D7012F96216}" srcOrd="2" destOrd="0" parTransId="{4DE2EE50-D3A9-49F8-9D41-9CEF369C9826}" sibTransId="{8B763F3B-405F-49FB-AC62-105F2AAE31BE}"/>
    <dgm:cxn modelId="{A6D866CA-B2DC-455A-B1CA-172638516184}" type="presOf" srcId="{39A33158-A814-495E-863E-75A6F52BF176}" destId="{9098582E-A9C4-46AF-89F7-E5691A22D9CD}" srcOrd="0" destOrd="1" presId="urn:microsoft.com/office/officeart/2005/8/layout/vList2"/>
    <dgm:cxn modelId="{34A14ADB-A36F-468E-91CE-5D242537B014}" type="presOf" srcId="{EB962CD6-F412-41A8-A491-0D7012F96216}" destId="{9098582E-A9C4-46AF-89F7-E5691A22D9CD}" srcOrd="0" destOrd="2" presId="urn:microsoft.com/office/officeart/2005/8/layout/vList2"/>
    <dgm:cxn modelId="{CC6A6BD1-29D1-4F5B-A6AE-7DBAD3D0DEAF}" type="presParOf" srcId="{ED5DCCC5-BCA8-4491-AA37-BAF153ECA184}" destId="{DD55324C-F873-4A1A-98BF-6A4803395D14}" srcOrd="0" destOrd="0" presId="urn:microsoft.com/office/officeart/2005/8/layout/vList2"/>
    <dgm:cxn modelId="{01D8FD35-26E2-4FF1-AA97-029880E28D8E}" type="presParOf" srcId="{ED5DCCC5-BCA8-4491-AA37-BAF153ECA184}" destId="{E41EC0C4-A466-4CB6-BEAE-C329D4D5715E}" srcOrd="1" destOrd="0" presId="urn:microsoft.com/office/officeart/2005/8/layout/vList2"/>
    <dgm:cxn modelId="{420E968F-88FB-4863-BAB4-DFDA3B313BED}" type="presParOf" srcId="{ED5DCCC5-BCA8-4491-AA37-BAF153ECA184}" destId="{6E7E42BB-5D16-4720-9637-FD13A9A510D8}" srcOrd="2" destOrd="0" presId="urn:microsoft.com/office/officeart/2005/8/layout/vList2"/>
    <dgm:cxn modelId="{120F8A5E-B370-4D15-8A32-1B8CB587B120}" type="presParOf" srcId="{ED5DCCC5-BCA8-4491-AA37-BAF153ECA184}" destId="{9098582E-A9C4-46AF-89F7-E5691A22D9C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insert(</a:t>
          </a:r>
          <a:r>
            <a:rPr lang="en-US" altLang="en-US" i="1" u="none" dirty="0">
              <a:latin typeface="Courier New" panose="02070309020205020404" pitchFamily="49" charset="0"/>
              <a:cs typeface="Courier New" panose="02070309020205020404" pitchFamily="49" charset="0"/>
            </a:rPr>
            <a:t>index, item</a:t>
          </a:r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)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1B7A2ADE-AEF6-4715-94C0-8EF3808960A9}">
      <dgm:prSet/>
      <dgm:spPr/>
      <dgm:t>
        <a:bodyPr/>
        <a:lstStyle/>
        <a:p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sort()</a:t>
          </a:r>
          <a:endParaRPr lang="en-US" altLang="en-US" u="none" dirty="0"/>
        </a:p>
      </dgm:t>
    </dgm:pt>
    <dgm:pt modelId="{C28DB3EC-A6BE-410D-AFE7-F6F405C2DAC8}" type="parTrans" cxnId="{BB11EC89-18ED-4D01-83CC-3A257B306990}">
      <dgm:prSet/>
      <dgm:spPr/>
      <dgm:t>
        <a:bodyPr/>
        <a:lstStyle/>
        <a:p>
          <a:endParaRPr lang="en-US"/>
        </a:p>
      </dgm:t>
    </dgm:pt>
    <dgm:pt modelId="{F7986AD3-313B-447A-83B8-0C4C9A4E3813}" type="sibTrans" cxnId="{BB11EC89-18ED-4D01-83CC-3A257B306990}">
      <dgm:prSet/>
      <dgm:spPr/>
      <dgm:t>
        <a:bodyPr/>
        <a:lstStyle/>
        <a:p>
          <a:endParaRPr lang="en-US"/>
        </a:p>
      </dgm:t>
    </dgm:pt>
    <dgm:pt modelId="{35D167E6-EA32-498B-9031-F4ACA5B9AD59}">
      <dgm:prSet/>
      <dgm:spPr/>
      <dgm:t>
        <a:bodyPr/>
        <a:lstStyle/>
        <a:p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remove(</a:t>
          </a:r>
          <a:r>
            <a:rPr lang="en-US" altLang="en-US" i="1" u="none" dirty="0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)</a:t>
          </a:r>
          <a:endParaRPr lang="en-US" altLang="en-US" u="none" dirty="0"/>
        </a:p>
      </dgm:t>
    </dgm:pt>
    <dgm:pt modelId="{21309F38-AB26-4885-92A1-0F76EF97F18A}" type="parTrans" cxnId="{D27B6B67-AB61-4EA4-ACA8-049F70B36830}">
      <dgm:prSet/>
      <dgm:spPr/>
      <dgm:t>
        <a:bodyPr/>
        <a:lstStyle/>
        <a:p>
          <a:endParaRPr lang="en-US"/>
        </a:p>
      </dgm:t>
    </dgm:pt>
    <dgm:pt modelId="{EE4EE67E-E300-488F-BA62-95D40823577C}" type="sibTrans" cxnId="{D27B6B67-AB61-4EA4-ACA8-049F70B36830}">
      <dgm:prSet/>
      <dgm:spPr/>
      <dgm:t>
        <a:bodyPr/>
        <a:lstStyle/>
        <a:p>
          <a:endParaRPr lang="en-US"/>
        </a:p>
      </dgm:t>
    </dgm:pt>
    <dgm:pt modelId="{46676C88-C434-4C23-937F-4C2E3396BDD7}">
      <dgm:prSet/>
      <dgm:spPr/>
      <dgm:t>
        <a:bodyPr/>
        <a:lstStyle/>
        <a:p>
          <a:r>
            <a:rPr lang="en-US" altLang="en-US" u="none" dirty="0">
              <a:latin typeface="Courier New" panose="02070309020205020404" pitchFamily="49" charset="0"/>
              <a:cs typeface="Courier New" panose="02070309020205020404" pitchFamily="49" charset="0"/>
            </a:rPr>
            <a:t>reverse()</a:t>
          </a:r>
          <a:endParaRPr lang="en-US" altLang="en-US" u="none" dirty="0"/>
        </a:p>
      </dgm:t>
    </dgm:pt>
    <dgm:pt modelId="{277E881C-9786-4C52-9C6C-54CE3A7D9E40}" type="parTrans" cxnId="{32E66D09-ACB1-45C8-AC52-1BA0E197E4D9}">
      <dgm:prSet/>
      <dgm:spPr/>
      <dgm:t>
        <a:bodyPr/>
        <a:lstStyle/>
        <a:p>
          <a:endParaRPr lang="en-US"/>
        </a:p>
      </dgm:t>
    </dgm:pt>
    <dgm:pt modelId="{A2B9F646-0B87-437C-9292-0E04C9EB4C94}" type="sibTrans" cxnId="{32E66D09-ACB1-45C8-AC52-1BA0E197E4D9}">
      <dgm:prSet/>
      <dgm:spPr/>
      <dgm:t>
        <a:bodyPr/>
        <a:lstStyle/>
        <a:p>
          <a:endParaRPr lang="en-US"/>
        </a:p>
      </dgm:t>
    </dgm:pt>
    <dgm:pt modelId="{0C7388F0-4C68-4D78-915A-2D3E05F9F7A2}">
      <dgm:prSet phldrT="[Text]"/>
      <dgm:spPr/>
      <dgm:t>
        <a:bodyPr/>
        <a:lstStyle/>
        <a:p>
          <a:r>
            <a:rPr lang="en-US" altLang="en-US"/>
            <a:t>used to insert </a:t>
          </a:r>
          <a:r>
            <a:rPr lang="en-US" altLang="en-US" i="1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/>
            <a:t> at position </a:t>
          </a:r>
          <a:r>
            <a:rPr lang="en-US" altLang="en-US" i="1">
              <a:latin typeface="Courier New" panose="02070309020205020404" pitchFamily="49" charset="0"/>
              <a:cs typeface="Courier New" panose="02070309020205020404" pitchFamily="49" charset="0"/>
            </a:rPr>
            <a:t>index</a:t>
          </a:r>
          <a:r>
            <a:rPr lang="en-US" altLang="en-US"/>
            <a:t> in the list</a:t>
          </a:r>
          <a:endParaRPr lang="en-US" u="none" dirty="0"/>
        </a:p>
      </dgm:t>
    </dgm:pt>
    <dgm:pt modelId="{2F5C567A-B5ED-4194-AA9A-06E6A64BB455}" type="parTrans" cxnId="{C6636ADD-D9FF-4D99-846A-BA87AA875521}">
      <dgm:prSet/>
      <dgm:spPr/>
      <dgm:t>
        <a:bodyPr/>
        <a:lstStyle/>
        <a:p>
          <a:endParaRPr lang="en-US"/>
        </a:p>
      </dgm:t>
    </dgm:pt>
    <dgm:pt modelId="{011B17EF-AA10-44DB-9272-6606E6AB3BA0}" type="sibTrans" cxnId="{C6636ADD-D9FF-4D99-846A-BA87AA875521}">
      <dgm:prSet/>
      <dgm:spPr/>
      <dgm:t>
        <a:bodyPr/>
        <a:lstStyle/>
        <a:p>
          <a:endParaRPr lang="en-US"/>
        </a:p>
      </dgm:t>
    </dgm:pt>
    <dgm:pt modelId="{067C2E8C-07E7-4589-974E-B466C4BE94E4}">
      <dgm:prSet/>
      <dgm:spPr/>
      <dgm:t>
        <a:bodyPr/>
        <a:lstStyle/>
        <a:p>
          <a:r>
            <a:rPr lang="en-US" altLang="en-US" dirty="0"/>
            <a:t>used to sort the elements of the list in ascending order</a:t>
          </a:r>
        </a:p>
      </dgm:t>
    </dgm:pt>
    <dgm:pt modelId="{AEFCFBC4-5DB1-45B4-9130-85A10E8E7597}" type="parTrans" cxnId="{7658CF5F-E934-43B7-859B-D5EEC5D3AD3F}">
      <dgm:prSet/>
      <dgm:spPr/>
      <dgm:t>
        <a:bodyPr/>
        <a:lstStyle/>
        <a:p>
          <a:endParaRPr lang="en-US"/>
        </a:p>
      </dgm:t>
    </dgm:pt>
    <dgm:pt modelId="{67360512-6E9E-4FA1-A9D3-FF3F843497E2}" type="sibTrans" cxnId="{7658CF5F-E934-43B7-859B-D5EEC5D3AD3F}">
      <dgm:prSet/>
      <dgm:spPr/>
      <dgm:t>
        <a:bodyPr/>
        <a:lstStyle/>
        <a:p>
          <a:endParaRPr lang="en-US"/>
        </a:p>
      </dgm:t>
    </dgm:pt>
    <dgm:pt modelId="{177A7FB6-0A3B-4B02-A8F1-236AD794EEE5}">
      <dgm:prSet/>
      <dgm:spPr/>
      <dgm:t>
        <a:bodyPr/>
        <a:lstStyle/>
        <a:p>
          <a:r>
            <a:rPr lang="en-US" altLang="en-US" dirty="0"/>
            <a:t>removes the first occurrence of </a:t>
          </a:r>
          <a:r>
            <a:rPr lang="en-US" altLang="en-US" i="1" dirty="0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 dirty="0"/>
            <a:t> in the list</a:t>
          </a:r>
        </a:p>
      </dgm:t>
    </dgm:pt>
    <dgm:pt modelId="{4D9FBEB5-0706-44D9-99DA-1298B436EF49}" type="parTrans" cxnId="{CBCB5033-BE03-4264-95A4-A4FD7C0B5F8D}">
      <dgm:prSet/>
      <dgm:spPr/>
      <dgm:t>
        <a:bodyPr/>
        <a:lstStyle/>
        <a:p>
          <a:endParaRPr lang="en-US"/>
        </a:p>
      </dgm:t>
    </dgm:pt>
    <dgm:pt modelId="{2EF24676-18BA-4A64-AAF0-A28E10C1BC67}" type="sibTrans" cxnId="{CBCB5033-BE03-4264-95A4-A4FD7C0B5F8D}">
      <dgm:prSet/>
      <dgm:spPr/>
      <dgm:t>
        <a:bodyPr/>
        <a:lstStyle/>
        <a:p>
          <a:endParaRPr lang="en-US"/>
        </a:p>
      </dgm:t>
    </dgm:pt>
    <dgm:pt modelId="{2E6ACA78-0738-44EC-BE59-A0BF9752C6BE}">
      <dgm:prSet/>
      <dgm:spPr/>
      <dgm:t>
        <a:bodyPr/>
        <a:lstStyle/>
        <a:p>
          <a:r>
            <a:rPr lang="en-US" altLang="en-US" dirty="0"/>
            <a:t>reverses the order of the elements in the list</a:t>
          </a:r>
        </a:p>
      </dgm:t>
    </dgm:pt>
    <dgm:pt modelId="{9589250F-891D-4BB7-A878-1B1EC0B5FA8A}" type="parTrans" cxnId="{78A60FB5-5FC6-4589-88E5-1FE6E939859E}">
      <dgm:prSet/>
      <dgm:spPr/>
      <dgm:t>
        <a:bodyPr/>
        <a:lstStyle/>
        <a:p>
          <a:endParaRPr lang="en-US"/>
        </a:p>
      </dgm:t>
    </dgm:pt>
    <dgm:pt modelId="{50E7FBCE-1F8A-4D8F-BC41-5D04A4C3E797}" type="sibTrans" cxnId="{78A60FB5-5FC6-4589-88E5-1FE6E939859E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4">
        <dgm:presLayoutVars>
          <dgm:bulletEnabled val="1"/>
        </dgm:presLayoutVars>
      </dgm:prSet>
      <dgm:spPr/>
    </dgm:pt>
    <dgm:pt modelId="{11B63878-6DB1-43ED-9258-29DEC3AA5E9D}" type="pres">
      <dgm:prSet presAssocID="{1B7A2ADE-AEF6-4715-94C0-8EF3808960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EA3318-86EB-4996-A83A-811B19CA1007}" type="pres">
      <dgm:prSet presAssocID="{1B7A2ADE-AEF6-4715-94C0-8EF3808960A9}" presName="childText" presStyleLbl="revTx" presStyleIdx="1" presStyleCnt="4">
        <dgm:presLayoutVars>
          <dgm:bulletEnabled val="1"/>
        </dgm:presLayoutVars>
      </dgm:prSet>
      <dgm:spPr/>
    </dgm:pt>
    <dgm:pt modelId="{6A997A9B-887B-4526-B7B2-92AE4A764346}" type="pres">
      <dgm:prSet presAssocID="{35D167E6-EA32-498B-9031-F4ACA5B9AD5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B526C8-4711-4F4D-B1B3-7FA114B6AF78}" type="pres">
      <dgm:prSet presAssocID="{35D167E6-EA32-498B-9031-F4ACA5B9AD59}" presName="childText" presStyleLbl="revTx" presStyleIdx="2" presStyleCnt="4">
        <dgm:presLayoutVars>
          <dgm:bulletEnabled val="1"/>
        </dgm:presLayoutVars>
      </dgm:prSet>
      <dgm:spPr/>
    </dgm:pt>
    <dgm:pt modelId="{3EE1B384-AC6D-4D9F-886C-E49FC5A34543}" type="pres">
      <dgm:prSet presAssocID="{46676C88-C434-4C23-937F-4C2E3396BDD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88D1F68-5476-468F-B214-484A7BDCCFC3}" type="pres">
      <dgm:prSet presAssocID="{46676C88-C434-4C23-937F-4C2E3396BDD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12FA4B06-FA9B-4A38-A650-18C4C80F603A}" type="presOf" srcId="{2E6ACA78-0738-44EC-BE59-A0BF9752C6BE}" destId="{988D1F68-5476-468F-B214-484A7BDCCFC3}" srcOrd="0" destOrd="0" presId="urn:microsoft.com/office/officeart/2005/8/layout/vList2"/>
    <dgm:cxn modelId="{32E66D09-ACB1-45C8-AC52-1BA0E197E4D9}" srcId="{90119837-5B71-4D44-BB01-DB0B084933C8}" destId="{46676C88-C434-4C23-937F-4C2E3396BDD7}" srcOrd="3" destOrd="0" parTransId="{277E881C-9786-4C52-9C6C-54CE3A7D9E40}" sibTransId="{A2B9F646-0B87-437C-9292-0E04C9EB4C94}"/>
    <dgm:cxn modelId="{A8D22721-4049-496F-AEC3-B5E0B7068A88}" type="presOf" srcId="{46676C88-C434-4C23-937F-4C2E3396BDD7}" destId="{3EE1B384-AC6D-4D9F-886C-E49FC5A34543}" srcOrd="0" destOrd="0" presId="urn:microsoft.com/office/officeart/2005/8/layout/vList2"/>
    <dgm:cxn modelId="{0C3A8C21-9862-4679-8492-13814BEE17E7}" type="presOf" srcId="{0C7388F0-4C68-4D78-915A-2D3E05F9F7A2}" destId="{E41EC0C4-A466-4CB6-BEAE-C329D4D5715E}" srcOrd="0" destOrd="0" presId="urn:microsoft.com/office/officeart/2005/8/layout/vList2"/>
    <dgm:cxn modelId="{CBCB5033-BE03-4264-95A4-A4FD7C0B5F8D}" srcId="{35D167E6-EA32-498B-9031-F4ACA5B9AD59}" destId="{177A7FB6-0A3B-4B02-A8F1-236AD794EEE5}" srcOrd="0" destOrd="0" parTransId="{4D9FBEB5-0706-44D9-99DA-1298B436EF49}" sibTransId="{2EF24676-18BA-4A64-AAF0-A28E10C1BC67}"/>
    <dgm:cxn modelId="{7658CF5F-E934-43B7-859B-D5EEC5D3AD3F}" srcId="{1B7A2ADE-AEF6-4715-94C0-8EF3808960A9}" destId="{067C2E8C-07E7-4589-974E-B466C4BE94E4}" srcOrd="0" destOrd="0" parTransId="{AEFCFBC4-5DB1-45B4-9130-85A10E8E7597}" sibTransId="{67360512-6E9E-4FA1-A9D3-FF3F843497E2}"/>
    <dgm:cxn modelId="{D27B6B67-AB61-4EA4-ACA8-049F70B36830}" srcId="{90119837-5B71-4D44-BB01-DB0B084933C8}" destId="{35D167E6-EA32-498B-9031-F4ACA5B9AD59}" srcOrd="2" destOrd="0" parTransId="{21309F38-AB26-4885-92A1-0F76EF97F18A}" sibTransId="{EE4EE67E-E300-488F-BA62-95D40823577C}"/>
    <dgm:cxn modelId="{70F67447-3E6D-4FD3-9CCB-1F37468EBF3E}" type="presOf" srcId="{177A7FB6-0A3B-4B02-A8F1-236AD794EEE5}" destId="{6AB526C8-4711-4F4D-B1B3-7FA114B6AF78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BB11EC89-18ED-4D01-83CC-3A257B306990}" srcId="{90119837-5B71-4D44-BB01-DB0B084933C8}" destId="{1B7A2ADE-AEF6-4715-94C0-8EF3808960A9}" srcOrd="1" destOrd="0" parTransId="{C28DB3EC-A6BE-410D-AFE7-F6F405C2DAC8}" sibTransId="{F7986AD3-313B-447A-83B8-0C4C9A4E3813}"/>
    <dgm:cxn modelId="{2480E09E-5D87-4823-93FB-2576CAFEAFAA}" type="presOf" srcId="{90119837-5B71-4D44-BB01-DB0B084933C8}" destId="{ED5DCCC5-BCA8-4491-AA37-BAF153ECA184}" srcOrd="0" destOrd="0" presId="urn:microsoft.com/office/officeart/2005/8/layout/vList2"/>
    <dgm:cxn modelId="{43BE13A0-1E0A-408F-8F2B-7E3EBCFB39FC}" type="presOf" srcId="{1B7A2ADE-AEF6-4715-94C0-8EF3808960A9}" destId="{11B63878-6DB1-43ED-9258-29DEC3AA5E9D}" srcOrd="0" destOrd="0" presId="urn:microsoft.com/office/officeart/2005/8/layout/vList2"/>
    <dgm:cxn modelId="{3F2256B2-C2A1-48D3-BA65-355384A77CA5}" type="presOf" srcId="{296FD401-3635-4595-BF57-8D5A793C66FA}" destId="{DD55324C-F873-4A1A-98BF-6A4803395D14}" srcOrd="0" destOrd="0" presId="urn:microsoft.com/office/officeart/2005/8/layout/vList2"/>
    <dgm:cxn modelId="{22EA69B3-7B53-4814-9959-ED3347FFC293}" type="presOf" srcId="{35D167E6-EA32-498B-9031-F4ACA5B9AD59}" destId="{6A997A9B-887B-4526-B7B2-92AE4A764346}" srcOrd="0" destOrd="0" presId="urn:microsoft.com/office/officeart/2005/8/layout/vList2"/>
    <dgm:cxn modelId="{78A60FB5-5FC6-4589-88E5-1FE6E939859E}" srcId="{46676C88-C434-4C23-937F-4C2E3396BDD7}" destId="{2E6ACA78-0738-44EC-BE59-A0BF9752C6BE}" srcOrd="0" destOrd="0" parTransId="{9589250F-891D-4BB7-A878-1B1EC0B5FA8A}" sibTransId="{50E7FBCE-1F8A-4D8F-BC41-5D04A4C3E797}"/>
    <dgm:cxn modelId="{C6636ADD-D9FF-4D99-846A-BA87AA875521}" srcId="{296FD401-3635-4595-BF57-8D5A793C66FA}" destId="{0C7388F0-4C68-4D78-915A-2D3E05F9F7A2}" srcOrd="0" destOrd="0" parTransId="{2F5C567A-B5ED-4194-AA9A-06E6A64BB455}" sibTransId="{011B17EF-AA10-44DB-9272-6606E6AB3BA0}"/>
    <dgm:cxn modelId="{D6910EF6-A1F2-443D-B6D6-7565FB3A6EBB}" type="presOf" srcId="{067C2E8C-07E7-4589-974E-B466C4BE94E4}" destId="{ABEA3318-86EB-4996-A83A-811B19CA1007}" srcOrd="0" destOrd="0" presId="urn:microsoft.com/office/officeart/2005/8/layout/vList2"/>
    <dgm:cxn modelId="{947D4D6A-89CC-4DFF-A27E-9C683A195856}" type="presParOf" srcId="{ED5DCCC5-BCA8-4491-AA37-BAF153ECA184}" destId="{DD55324C-F873-4A1A-98BF-6A4803395D14}" srcOrd="0" destOrd="0" presId="urn:microsoft.com/office/officeart/2005/8/layout/vList2"/>
    <dgm:cxn modelId="{E87FCECC-3527-4C25-A160-A336C840C4BE}" type="presParOf" srcId="{ED5DCCC5-BCA8-4491-AA37-BAF153ECA184}" destId="{E41EC0C4-A466-4CB6-BEAE-C329D4D5715E}" srcOrd="1" destOrd="0" presId="urn:microsoft.com/office/officeart/2005/8/layout/vList2"/>
    <dgm:cxn modelId="{434B0969-20F2-42D2-ABA1-62E0A1EE21DC}" type="presParOf" srcId="{ED5DCCC5-BCA8-4491-AA37-BAF153ECA184}" destId="{11B63878-6DB1-43ED-9258-29DEC3AA5E9D}" srcOrd="2" destOrd="0" presId="urn:microsoft.com/office/officeart/2005/8/layout/vList2"/>
    <dgm:cxn modelId="{AD142269-2094-4B6E-9E58-53065B1EA434}" type="presParOf" srcId="{ED5DCCC5-BCA8-4491-AA37-BAF153ECA184}" destId="{ABEA3318-86EB-4996-A83A-811B19CA1007}" srcOrd="3" destOrd="0" presId="urn:microsoft.com/office/officeart/2005/8/layout/vList2"/>
    <dgm:cxn modelId="{F53A415E-7595-4C85-8737-3383D10EC020}" type="presParOf" srcId="{ED5DCCC5-BCA8-4491-AA37-BAF153ECA184}" destId="{6A997A9B-887B-4526-B7B2-92AE4A764346}" srcOrd="4" destOrd="0" presId="urn:microsoft.com/office/officeart/2005/8/layout/vList2"/>
    <dgm:cxn modelId="{7B3807B5-0357-4207-AFFB-E6B6D2DF2B46}" type="presParOf" srcId="{ED5DCCC5-BCA8-4491-AA37-BAF153ECA184}" destId="{6AB526C8-4711-4F4D-B1B3-7FA114B6AF78}" srcOrd="5" destOrd="0" presId="urn:microsoft.com/office/officeart/2005/8/layout/vList2"/>
    <dgm:cxn modelId="{447BA5F9-69CF-46D6-A2AB-9B3EEA631AD7}" type="presParOf" srcId="{ED5DCCC5-BCA8-4491-AA37-BAF153ECA184}" destId="{3EE1B384-AC6D-4D9F-886C-E49FC5A34543}" srcOrd="6" destOrd="0" presId="urn:microsoft.com/office/officeart/2005/8/layout/vList2"/>
    <dgm:cxn modelId="{070736F2-57DD-42B4-893C-4E4659EB7200}" type="presParOf" srcId="{ED5DCCC5-BCA8-4491-AA37-BAF153ECA184}" destId="{988D1F68-5476-468F-B214-484A7BDCCFC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b="1" i="0"/>
            <a:t>count()</a:t>
          </a:r>
          <a:r>
            <a:rPr lang="en-US" b="0" i="0"/>
            <a:t> 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774B4D59-2B70-4C8B-AE2C-C01F6D53BAEC}">
      <dgm:prSet phldrT="[Text]"/>
      <dgm:spPr/>
      <dgm:t>
        <a:bodyPr/>
        <a:lstStyle/>
        <a:p>
          <a:r>
            <a:rPr lang="en-US" b="0" i="0"/>
            <a:t>returns count of how many times </a:t>
          </a:r>
          <a:r>
            <a:rPr lang="en-US" b="0" i="1"/>
            <a:t>obj</a:t>
          </a:r>
          <a:r>
            <a:rPr lang="en-US" b="0" i="0"/>
            <a:t> occurs in list.</a:t>
          </a:r>
          <a:endParaRPr lang="en-US" u="none" dirty="0"/>
        </a:p>
      </dgm:t>
    </dgm:pt>
    <dgm:pt modelId="{A3504706-7997-4F5E-9CD8-36D2B4A723AA}" type="parTrans" cxnId="{39F55D0A-79C1-4C5D-B809-EC46963B3CE6}">
      <dgm:prSet/>
      <dgm:spPr/>
      <dgm:t>
        <a:bodyPr/>
        <a:lstStyle/>
        <a:p>
          <a:endParaRPr lang="en-US"/>
        </a:p>
      </dgm:t>
    </dgm:pt>
    <dgm:pt modelId="{82E6B26C-09B3-4ADF-B28C-BF7E8F08185B}" type="sibTrans" cxnId="{39F55D0A-79C1-4C5D-B809-EC46963B3CE6}">
      <dgm:prSet/>
      <dgm:spPr/>
      <dgm:t>
        <a:bodyPr/>
        <a:lstStyle/>
        <a:p>
          <a:endParaRPr lang="en-US"/>
        </a:p>
      </dgm:t>
    </dgm:pt>
    <dgm:pt modelId="{0B2E5758-8447-4F12-8FD1-171EF9313741}">
      <dgm:prSet phldrT="[Text]"/>
      <dgm:spPr/>
      <dgm:t>
        <a:bodyPr/>
        <a:lstStyle/>
        <a:p>
          <a:r>
            <a:rPr lang="en-US" b="1" i="0"/>
            <a:t>extend()</a:t>
          </a:r>
          <a:r>
            <a:rPr lang="en-US" b="0" i="0"/>
            <a:t> </a:t>
          </a:r>
          <a:endParaRPr lang="en-US" u="none" dirty="0"/>
        </a:p>
      </dgm:t>
    </dgm:pt>
    <dgm:pt modelId="{DAEF724D-1C7E-4F2E-8014-178E47516F11}" type="parTrans" cxnId="{E5480F09-A353-4E94-855C-C492F9C3000F}">
      <dgm:prSet/>
      <dgm:spPr/>
      <dgm:t>
        <a:bodyPr/>
        <a:lstStyle/>
        <a:p>
          <a:endParaRPr lang="en-US"/>
        </a:p>
      </dgm:t>
    </dgm:pt>
    <dgm:pt modelId="{42DE621C-3BCB-4FFC-BB91-A9180F493EDC}" type="sibTrans" cxnId="{E5480F09-A353-4E94-855C-C492F9C3000F}">
      <dgm:prSet/>
      <dgm:spPr/>
      <dgm:t>
        <a:bodyPr/>
        <a:lstStyle/>
        <a:p>
          <a:endParaRPr lang="en-US"/>
        </a:p>
      </dgm:t>
    </dgm:pt>
    <dgm:pt modelId="{6F4D257A-5EA0-497B-86DD-63EFEC666852}">
      <dgm:prSet phldrT="[Text]"/>
      <dgm:spPr/>
      <dgm:t>
        <a:bodyPr/>
        <a:lstStyle/>
        <a:p>
          <a:r>
            <a:rPr lang="en-US" b="0" i="0"/>
            <a:t>appends the contents of </a:t>
          </a:r>
          <a:r>
            <a:rPr lang="en-US" b="0" i="1"/>
            <a:t>seq</a:t>
          </a:r>
          <a:r>
            <a:rPr lang="en-US" b="0" i="0"/>
            <a:t> to list.</a:t>
          </a:r>
          <a:endParaRPr lang="en-US" u="none" dirty="0"/>
        </a:p>
      </dgm:t>
    </dgm:pt>
    <dgm:pt modelId="{ABF482A2-0903-4B76-9884-5C455E129965}" type="parTrans" cxnId="{7D6C9648-6954-40E6-AEDF-95FBD9808406}">
      <dgm:prSet/>
      <dgm:spPr/>
      <dgm:t>
        <a:bodyPr/>
        <a:lstStyle/>
        <a:p>
          <a:endParaRPr lang="en-US"/>
        </a:p>
      </dgm:t>
    </dgm:pt>
    <dgm:pt modelId="{782A3B0A-0DBF-4793-AF9D-C12D4E7CED2D}" type="sibTrans" cxnId="{7D6C9648-6954-40E6-AEDF-95FBD9808406}">
      <dgm:prSet/>
      <dgm:spPr/>
      <dgm:t>
        <a:bodyPr/>
        <a:lstStyle/>
        <a:p>
          <a:endParaRPr lang="en-US"/>
        </a:p>
      </dgm:t>
    </dgm:pt>
    <dgm:pt modelId="{C2DDD07B-FC9B-444A-81F3-9CCD13B8F224}">
      <dgm:prSet phldrT="[Text]"/>
      <dgm:spPr/>
      <dgm:t>
        <a:bodyPr/>
        <a:lstStyle/>
        <a:p>
          <a:r>
            <a:rPr lang="en-US" b="1" i="0"/>
            <a:t>pop()</a:t>
          </a:r>
          <a:r>
            <a:rPr lang="en-US" b="0" i="0"/>
            <a:t> </a:t>
          </a:r>
          <a:endParaRPr lang="en-US" u="none" dirty="0"/>
        </a:p>
      </dgm:t>
    </dgm:pt>
    <dgm:pt modelId="{4CE6C23E-BB3B-4223-98D1-83335467DC57}" type="parTrans" cxnId="{510A9045-E154-4B0E-91C8-1C1E2D1E263E}">
      <dgm:prSet/>
      <dgm:spPr/>
      <dgm:t>
        <a:bodyPr/>
        <a:lstStyle/>
        <a:p>
          <a:endParaRPr lang="en-US"/>
        </a:p>
      </dgm:t>
    </dgm:pt>
    <dgm:pt modelId="{C70071A4-ACDC-420E-91E1-59ADEF482ED5}" type="sibTrans" cxnId="{510A9045-E154-4B0E-91C8-1C1E2D1E263E}">
      <dgm:prSet/>
      <dgm:spPr/>
      <dgm:t>
        <a:bodyPr/>
        <a:lstStyle/>
        <a:p>
          <a:endParaRPr lang="en-US"/>
        </a:p>
      </dgm:t>
    </dgm:pt>
    <dgm:pt modelId="{D201C44A-A46F-49F5-ACCF-C7FDD9081240}">
      <dgm:prSet phldrT="[Text]"/>
      <dgm:spPr/>
      <dgm:t>
        <a:bodyPr/>
        <a:lstStyle/>
        <a:p>
          <a:r>
            <a:rPr lang="en-US" b="0" i="0"/>
            <a:t>removes and returns last object or </a:t>
          </a:r>
          <a:r>
            <a:rPr lang="en-US" b="0" i="1"/>
            <a:t>obj</a:t>
          </a:r>
          <a:r>
            <a:rPr lang="en-US" b="0" i="0"/>
            <a:t> from the list.</a:t>
          </a:r>
          <a:endParaRPr lang="en-US" u="none" dirty="0"/>
        </a:p>
      </dgm:t>
    </dgm:pt>
    <dgm:pt modelId="{37A9951E-057D-4B0B-9629-F4B76EEDC470}" type="parTrans" cxnId="{7F8C401F-7971-465E-9554-0A5191168777}">
      <dgm:prSet/>
      <dgm:spPr/>
      <dgm:t>
        <a:bodyPr/>
        <a:lstStyle/>
        <a:p>
          <a:endParaRPr lang="en-US"/>
        </a:p>
      </dgm:t>
    </dgm:pt>
    <dgm:pt modelId="{7102238D-2CB3-4FE3-8BCC-25ECFBAD1A9A}" type="sibTrans" cxnId="{7F8C401F-7971-465E-9554-0A5191168777}">
      <dgm:prSet/>
      <dgm:spPr/>
      <dgm:t>
        <a:bodyPr/>
        <a:lstStyle/>
        <a:p>
          <a:endParaRPr lang="en-US"/>
        </a:p>
      </dgm:t>
    </dgm:pt>
    <dgm:pt modelId="{705716FE-98DE-4586-B671-2FAD2CEA80F9}">
      <dgm:prSet phldrT="[Text]"/>
      <dgm:spPr/>
      <dgm:t>
        <a:bodyPr/>
        <a:lstStyle/>
        <a:p>
          <a:r>
            <a:rPr lang="en-US" b="1" i="0"/>
            <a:t>obj</a:t>
          </a:r>
          <a:r>
            <a:rPr lang="en-US" b="0" i="0"/>
            <a:t> -- This is an optional parameter, index of the object to be removed from the list.</a:t>
          </a:r>
          <a:endParaRPr lang="en-US" u="none" dirty="0"/>
        </a:p>
      </dgm:t>
    </dgm:pt>
    <dgm:pt modelId="{28477898-AFEF-46FE-B273-FF0F9E603CA1}" type="parTrans" cxnId="{C293E173-5964-4548-B35C-21549C5513A3}">
      <dgm:prSet/>
      <dgm:spPr/>
      <dgm:t>
        <a:bodyPr/>
        <a:lstStyle/>
        <a:p>
          <a:endParaRPr lang="en-US"/>
        </a:p>
      </dgm:t>
    </dgm:pt>
    <dgm:pt modelId="{B4B9BCF7-098F-47A7-968E-0280BD228F50}" type="sibTrans" cxnId="{C293E173-5964-4548-B35C-21549C5513A3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3">
        <dgm:presLayoutVars>
          <dgm:bulletEnabled val="1"/>
        </dgm:presLayoutVars>
      </dgm:prSet>
      <dgm:spPr/>
    </dgm:pt>
    <dgm:pt modelId="{D8F1921D-444F-43B2-9CF0-E9B390EBEEE9}" type="pres">
      <dgm:prSet presAssocID="{0B2E5758-8447-4F12-8FD1-171EF93137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3B004B-70F5-4DEF-83B2-09E96E7C0C3D}" type="pres">
      <dgm:prSet presAssocID="{0B2E5758-8447-4F12-8FD1-171EF9313741}" presName="childText" presStyleLbl="revTx" presStyleIdx="1" presStyleCnt="3">
        <dgm:presLayoutVars>
          <dgm:bulletEnabled val="1"/>
        </dgm:presLayoutVars>
      </dgm:prSet>
      <dgm:spPr/>
    </dgm:pt>
    <dgm:pt modelId="{7AD71F37-44AB-4FB0-9939-AA330BA8DFE3}" type="pres">
      <dgm:prSet presAssocID="{C2DDD07B-FC9B-444A-81F3-9CCD13B8F22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4405338-39DF-4E1C-B4B2-C9F70622F552}" type="pres">
      <dgm:prSet presAssocID="{C2DDD07B-FC9B-444A-81F3-9CCD13B8F22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5480F09-A353-4E94-855C-C492F9C3000F}" srcId="{90119837-5B71-4D44-BB01-DB0B084933C8}" destId="{0B2E5758-8447-4F12-8FD1-171EF9313741}" srcOrd="1" destOrd="0" parTransId="{DAEF724D-1C7E-4F2E-8014-178E47516F11}" sibTransId="{42DE621C-3BCB-4FFC-BB91-A9180F493EDC}"/>
    <dgm:cxn modelId="{39F55D0A-79C1-4C5D-B809-EC46963B3CE6}" srcId="{296FD401-3635-4595-BF57-8D5A793C66FA}" destId="{774B4D59-2B70-4C8B-AE2C-C01F6D53BAEC}" srcOrd="0" destOrd="0" parTransId="{A3504706-7997-4F5E-9CD8-36D2B4A723AA}" sibTransId="{82E6B26C-09B3-4ADF-B28C-BF7E8F08185B}"/>
    <dgm:cxn modelId="{22326919-708A-42EF-81F4-C1F8CC43ED0C}" type="presOf" srcId="{6F4D257A-5EA0-497B-86DD-63EFEC666852}" destId="{213B004B-70F5-4DEF-83B2-09E96E7C0C3D}" srcOrd="0" destOrd="0" presId="urn:microsoft.com/office/officeart/2005/8/layout/vList2"/>
    <dgm:cxn modelId="{7F8C401F-7971-465E-9554-0A5191168777}" srcId="{C2DDD07B-FC9B-444A-81F3-9CCD13B8F224}" destId="{D201C44A-A46F-49F5-ACCF-C7FDD9081240}" srcOrd="0" destOrd="0" parTransId="{37A9951E-057D-4B0B-9629-F4B76EEDC470}" sibTransId="{7102238D-2CB3-4FE3-8BCC-25ECFBAD1A9A}"/>
    <dgm:cxn modelId="{8F138537-7D41-471E-B53F-AE19644D720E}" type="presOf" srcId="{0B2E5758-8447-4F12-8FD1-171EF9313741}" destId="{D8F1921D-444F-43B2-9CF0-E9B390EBEEE9}" srcOrd="0" destOrd="0" presId="urn:microsoft.com/office/officeart/2005/8/layout/vList2"/>
    <dgm:cxn modelId="{12812E40-489B-4255-994F-3445351BA69A}" type="presOf" srcId="{C2DDD07B-FC9B-444A-81F3-9CCD13B8F224}" destId="{7AD71F37-44AB-4FB0-9939-AA330BA8DFE3}" srcOrd="0" destOrd="0" presId="urn:microsoft.com/office/officeart/2005/8/layout/vList2"/>
    <dgm:cxn modelId="{510A9045-E154-4B0E-91C8-1C1E2D1E263E}" srcId="{90119837-5B71-4D44-BB01-DB0B084933C8}" destId="{C2DDD07B-FC9B-444A-81F3-9CCD13B8F224}" srcOrd="2" destOrd="0" parTransId="{4CE6C23E-BB3B-4223-98D1-83335467DC57}" sibTransId="{C70071A4-ACDC-420E-91E1-59ADEF482ED5}"/>
    <dgm:cxn modelId="{7D6C9648-6954-40E6-AEDF-95FBD9808406}" srcId="{0B2E5758-8447-4F12-8FD1-171EF9313741}" destId="{6F4D257A-5EA0-497B-86DD-63EFEC666852}" srcOrd="0" destOrd="0" parTransId="{ABF482A2-0903-4B76-9884-5C455E129965}" sibTransId="{782A3B0A-0DBF-4793-AF9D-C12D4E7CED2D}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C293E173-5964-4548-B35C-21549C5513A3}" srcId="{C2DDD07B-FC9B-444A-81F3-9CCD13B8F224}" destId="{705716FE-98DE-4586-B671-2FAD2CEA80F9}" srcOrd="1" destOrd="0" parTransId="{28477898-AFEF-46FE-B273-FF0F9E603CA1}" sibTransId="{B4B9BCF7-098F-47A7-968E-0280BD228F50}"/>
    <dgm:cxn modelId="{CE423D57-8F4E-4259-B76A-9DE8F6F3D7C0}" type="presOf" srcId="{D201C44A-A46F-49F5-ACCF-C7FDD9081240}" destId="{B4405338-39DF-4E1C-B4B2-C9F70622F552}" srcOrd="0" destOrd="0" presId="urn:microsoft.com/office/officeart/2005/8/layout/vList2"/>
    <dgm:cxn modelId="{9A399F84-5D34-4165-BA5C-900C4412F0DB}" type="presOf" srcId="{296FD401-3635-4595-BF57-8D5A793C66FA}" destId="{DD55324C-F873-4A1A-98BF-6A4803395D14}" srcOrd="0" destOrd="0" presId="urn:microsoft.com/office/officeart/2005/8/layout/vList2"/>
    <dgm:cxn modelId="{5A08E4A2-FF1A-4CD2-8369-8AE47475FA60}" type="presOf" srcId="{705716FE-98DE-4586-B671-2FAD2CEA80F9}" destId="{B4405338-39DF-4E1C-B4B2-C9F70622F552}" srcOrd="0" destOrd="1" presId="urn:microsoft.com/office/officeart/2005/8/layout/vList2"/>
    <dgm:cxn modelId="{702C68D1-8D5F-4955-B6E4-E631022167C8}" type="presOf" srcId="{90119837-5B71-4D44-BB01-DB0B084933C8}" destId="{ED5DCCC5-BCA8-4491-AA37-BAF153ECA184}" srcOrd="0" destOrd="0" presId="urn:microsoft.com/office/officeart/2005/8/layout/vList2"/>
    <dgm:cxn modelId="{FCD135E2-4960-4300-874E-E2AD581C5D7E}" type="presOf" srcId="{774B4D59-2B70-4C8B-AE2C-C01F6D53BAEC}" destId="{E41EC0C4-A466-4CB6-BEAE-C329D4D5715E}" srcOrd="0" destOrd="0" presId="urn:microsoft.com/office/officeart/2005/8/layout/vList2"/>
    <dgm:cxn modelId="{BCF91AD6-400A-43D8-A0DA-F0ACFC94F0C3}" type="presParOf" srcId="{ED5DCCC5-BCA8-4491-AA37-BAF153ECA184}" destId="{DD55324C-F873-4A1A-98BF-6A4803395D14}" srcOrd="0" destOrd="0" presId="urn:microsoft.com/office/officeart/2005/8/layout/vList2"/>
    <dgm:cxn modelId="{37641C2A-A60B-47E5-9563-586FC8A179AA}" type="presParOf" srcId="{ED5DCCC5-BCA8-4491-AA37-BAF153ECA184}" destId="{E41EC0C4-A466-4CB6-BEAE-C329D4D5715E}" srcOrd="1" destOrd="0" presId="urn:microsoft.com/office/officeart/2005/8/layout/vList2"/>
    <dgm:cxn modelId="{E3C5ED38-7B4A-41B0-A7AE-68092772B1FA}" type="presParOf" srcId="{ED5DCCC5-BCA8-4491-AA37-BAF153ECA184}" destId="{D8F1921D-444F-43B2-9CF0-E9B390EBEEE9}" srcOrd="2" destOrd="0" presId="urn:microsoft.com/office/officeart/2005/8/layout/vList2"/>
    <dgm:cxn modelId="{E3BF05D6-422F-4379-96F2-E0C7D3409264}" type="presParOf" srcId="{ED5DCCC5-BCA8-4491-AA37-BAF153ECA184}" destId="{213B004B-70F5-4DEF-83B2-09E96E7C0C3D}" srcOrd="3" destOrd="0" presId="urn:microsoft.com/office/officeart/2005/8/layout/vList2"/>
    <dgm:cxn modelId="{C3C4BD18-91EF-4397-BE1A-9440908E909A}" type="presParOf" srcId="{ED5DCCC5-BCA8-4491-AA37-BAF153ECA184}" destId="{7AD71F37-44AB-4FB0-9939-AA330BA8DFE3}" srcOrd="4" destOrd="0" presId="urn:microsoft.com/office/officeart/2005/8/layout/vList2"/>
    <dgm:cxn modelId="{D5B43311-4E52-4F52-B50F-9B6029C6126B}" type="presParOf" srcId="{ED5DCCC5-BCA8-4491-AA37-BAF153ECA184}" destId="{B4405338-39DF-4E1C-B4B2-C9F70622F55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altLang="en-US" dirty="0"/>
            <a:t>To make a copy of a list you must copy each element of the list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9966D778-21F8-4C51-BE9C-B7D59D084A00}">
      <dgm:prSet/>
      <dgm:spPr/>
      <dgm:t>
        <a:bodyPr/>
        <a:lstStyle/>
        <a:p>
          <a:r>
            <a:rPr lang="en-US" altLang="en-US" dirty="0"/>
            <a:t>Two methods to do this:</a:t>
          </a:r>
        </a:p>
      </dgm:t>
    </dgm:pt>
    <dgm:pt modelId="{B4464F17-B673-4B8D-A582-B7458089F9D3}" type="parTrans" cxnId="{59EAFB0A-19B4-4BEF-90E3-B0B8000324DA}">
      <dgm:prSet/>
      <dgm:spPr/>
      <dgm:t>
        <a:bodyPr/>
        <a:lstStyle/>
        <a:p>
          <a:endParaRPr lang="en-US"/>
        </a:p>
      </dgm:t>
    </dgm:pt>
    <dgm:pt modelId="{95266F9E-28FA-447D-89E2-494DFAD96991}" type="sibTrans" cxnId="{59EAFB0A-19B4-4BEF-90E3-B0B8000324DA}">
      <dgm:prSet/>
      <dgm:spPr/>
      <dgm:t>
        <a:bodyPr/>
        <a:lstStyle/>
        <a:p>
          <a:endParaRPr lang="en-US"/>
        </a:p>
      </dgm:t>
    </dgm:pt>
    <dgm:pt modelId="{E8B8458F-CB6F-47DE-A79D-5FB7D50F27D8}">
      <dgm:prSet/>
      <dgm:spPr/>
      <dgm:t>
        <a:bodyPr/>
        <a:lstStyle/>
        <a:p>
          <a:r>
            <a:rPr lang="en-US" altLang="en-US" dirty="0"/>
            <a:t>Creating a new empty list and using a </a:t>
          </a:r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for</a:t>
          </a:r>
          <a:r>
            <a:rPr lang="en-US" altLang="en-US" dirty="0"/>
            <a:t> loop to add a copy of each element from the original list to the new list</a:t>
          </a:r>
        </a:p>
      </dgm:t>
    </dgm:pt>
    <dgm:pt modelId="{ADBFDACB-A256-4F8E-BC2D-7296A7CC8EE8}" type="parTrans" cxnId="{929012C1-DC56-400D-9A51-A811C5AB4CBF}">
      <dgm:prSet/>
      <dgm:spPr/>
      <dgm:t>
        <a:bodyPr/>
        <a:lstStyle/>
        <a:p>
          <a:endParaRPr lang="en-US"/>
        </a:p>
      </dgm:t>
    </dgm:pt>
    <dgm:pt modelId="{7D95D91D-74E1-40F3-B68A-C7475D758E02}" type="sibTrans" cxnId="{929012C1-DC56-400D-9A51-A811C5AB4CBF}">
      <dgm:prSet/>
      <dgm:spPr/>
      <dgm:t>
        <a:bodyPr/>
        <a:lstStyle/>
        <a:p>
          <a:endParaRPr lang="en-US"/>
        </a:p>
      </dgm:t>
    </dgm:pt>
    <dgm:pt modelId="{632FF617-F6FB-4A90-8CD3-52678CCCD720}">
      <dgm:prSet/>
      <dgm:spPr/>
      <dgm:t>
        <a:bodyPr/>
        <a:lstStyle/>
        <a:p>
          <a:r>
            <a:rPr lang="en-US" altLang="en-US" dirty="0"/>
            <a:t>Creating a new empty list and concatenating the old list to the new empty list</a:t>
          </a:r>
          <a:endParaRPr lang="he-IL" altLang="en-US" dirty="0"/>
        </a:p>
      </dgm:t>
    </dgm:pt>
    <dgm:pt modelId="{0594F8F3-D3F6-427E-8E36-336D00FD6377}" type="parTrans" cxnId="{58EF8FEC-48EC-4DBE-86AC-F1F7B61B3921}">
      <dgm:prSet/>
      <dgm:spPr/>
      <dgm:t>
        <a:bodyPr/>
        <a:lstStyle/>
        <a:p>
          <a:endParaRPr lang="en-US"/>
        </a:p>
      </dgm:t>
    </dgm:pt>
    <dgm:pt modelId="{90D2DAFD-FC75-4103-BCB5-08A30AA720BE}" type="sibTrans" cxnId="{58EF8FEC-48EC-4DBE-86AC-F1F7B61B3921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9EAFB0A-19B4-4BEF-90E3-B0B8000324DA}" srcId="{296FD401-3635-4595-BF57-8D5A793C66FA}" destId="{9966D778-21F8-4C51-BE9C-B7D59D084A00}" srcOrd="0" destOrd="0" parTransId="{B4464F17-B673-4B8D-A582-B7458089F9D3}" sibTransId="{95266F9E-28FA-447D-89E2-494DFAD96991}"/>
    <dgm:cxn modelId="{E77BF511-D4B2-4C4D-815A-6C54C9F46C48}" type="presOf" srcId="{90119837-5B71-4D44-BB01-DB0B084933C8}" destId="{ED5DCCC5-BCA8-4491-AA37-BAF153ECA184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099DA680-96E1-41FB-AC18-1AB913AE8DCD}" type="presOf" srcId="{9966D778-21F8-4C51-BE9C-B7D59D084A00}" destId="{E41EC0C4-A466-4CB6-BEAE-C329D4D5715E}" srcOrd="0" destOrd="0" presId="urn:microsoft.com/office/officeart/2005/8/layout/vList2"/>
    <dgm:cxn modelId="{929012C1-DC56-400D-9A51-A811C5AB4CBF}" srcId="{9966D778-21F8-4C51-BE9C-B7D59D084A00}" destId="{E8B8458F-CB6F-47DE-A79D-5FB7D50F27D8}" srcOrd="0" destOrd="0" parTransId="{ADBFDACB-A256-4F8E-BC2D-7296A7CC8EE8}" sibTransId="{7D95D91D-74E1-40F3-B68A-C7475D758E02}"/>
    <dgm:cxn modelId="{90AAB5D1-A9A9-47D5-99FF-965F60AE4643}" type="presOf" srcId="{296FD401-3635-4595-BF57-8D5A793C66FA}" destId="{DD55324C-F873-4A1A-98BF-6A4803395D14}" srcOrd="0" destOrd="0" presId="urn:microsoft.com/office/officeart/2005/8/layout/vList2"/>
    <dgm:cxn modelId="{58EF8FEC-48EC-4DBE-86AC-F1F7B61B3921}" srcId="{9966D778-21F8-4C51-BE9C-B7D59D084A00}" destId="{632FF617-F6FB-4A90-8CD3-52678CCCD720}" srcOrd="1" destOrd="0" parTransId="{0594F8F3-D3F6-427E-8E36-336D00FD6377}" sibTransId="{90D2DAFD-FC75-4103-BCB5-08A30AA720BE}"/>
    <dgm:cxn modelId="{3BEE49F1-3C20-4394-A208-C31B843AB134}" type="presOf" srcId="{632FF617-F6FB-4A90-8CD3-52678CCCD720}" destId="{E41EC0C4-A466-4CB6-BEAE-C329D4D5715E}" srcOrd="0" destOrd="2" presId="urn:microsoft.com/office/officeart/2005/8/layout/vList2"/>
    <dgm:cxn modelId="{8B98A6F2-1A95-4369-B4BB-8674DD878083}" type="presOf" srcId="{E8B8458F-CB6F-47DE-A79D-5FB7D50F27D8}" destId="{E41EC0C4-A466-4CB6-BEAE-C329D4D5715E}" srcOrd="0" destOrd="1" presId="urn:microsoft.com/office/officeart/2005/8/layout/vList2"/>
    <dgm:cxn modelId="{8A6E2EBD-0351-4665-9AFA-1F77B028DC38}" type="presParOf" srcId="{ED5DCCC5-BCA8-4491-AA37-BAF153ECA184}" destId="{DD55324C-F873-4A1A-98BF-6A4803395D14}" srcOrd="0" destOrd="0" presId="urn:microsoft.com/office/officeart/2005/8/layout/vList2"/>
    <dgm:cxn modelId="{B949C518-45B6-4839-8A6B-6C4EC72507CF}" type="presParOf" srcId="{ED5DCCC5-BCA8-4491-AA37-BAF153ECA184}" destId="{E41EC0C4-A466-4CB6-BEAE-C329D4D5715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List elements can be used in calculations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68ED4C60-DACD-431E-8C21-976F1D86A5FA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calculate total of numeric values in a list use loop with accumulator variable</a:t>
          </a:r>
        </a:p>
      </dgm:t>
    </dgm:pt>
    <dgm:pt modelId="{D727E128-D436-4FB0-9645-9BC1A3C3451E}" type="parTrans" cxnId="{AFACC6F4-8DEF-4A78-8664-F7B0B8BF24EC}">
      <dgm:prSet/>
      <dgm:spPr/>
      <dgm:t>
        <a:bodyPr/>
        <a:lstStyle/>
        <a:p>
          <a:endParaRPr lang="en-US"/>
        </a:p>
      </dgm:t>
    </dgm:pt>
    <dgm:pt modelId="{7CD7196C-4516-4F64-9E8B-2B12DBF2D9CE}" type="sibTrans" cxnId="{AFACC6F4-8DEF-4A78-8664-F7B0B8BF24EC}">
      <dgm:prSet/>
      <dgm:spPr/>
      <dgm:t>
        <a:bodyPr/>
        <a:lstStyle/>
        <a:p>
          <a:endParaRPr lang="en-US"/>
        </a:p>
      </dgm:t>
    </dgm:pt>
    <dgm:pt modelId="{7A1C00C7-372E-43D1-9EA8-B3609EA7FFC3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average numeric values in a list:</a:t>
          </a:r>
        </a:p>
      </dgm:t>
    </dgm:pt>
    <dgm:pt modelId="{42DA1163-CB91-4321-9BFD-1ECF8DDA5E9F}" type="parTrans" cxnId="{E8C8F9C3-47E8-45E4-9CC3-209AC5A9EE1F}">
      <dgm:prSet/>
      <dgm:spPr/>
      <dgm:t>
        <a:bodyPr/>
        <a:lstStyle/>
        <a:p>
          <a:endParaRPr lang="en-US"/>
        </a:p>
      </dgm:t>
    </dgm:pt>
    <dgm:pt modelId="{A7E754FA-6603-4E63-B9F8-FAE61D9C068E}" type="sibTrans" cxnId="{E8C8F9C3-47E8-45E4-9CC3-209AC5A9EE1F}">
      <dgm:prSet/>
      <dgm:spPr/>
      <dgm:t>
        <a:bodyPr/>
        <a:lstStyle/>
        <a:p>
          <a:endParaRPr lang="en-US"/>
        </a:p>
      </dgm:t>
    </dgm:pt>
    <dgm:pt modelId="{408064A3-5050-47E2-B830-DF18AF0F001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Calculate total of the values</a:t>
          </a:r>
        </a:p>
      </dgm:t>
    </dgm:pt>
    <dgm:pt modelId="{EBAA95EA-75BF-453A-8381-2F0019409539}" type="parTrans" cxnId="{2A6F8AEB-9877-4335-BB81-DB585886DB37}">
      <dgm:prSet/>
      <dgm:spPr/>
      <dgm:t>
        <a:bodyPr/>
        <a:lstStyle/>
        <a:p>
          <a:endParaRPr lang="en-US"/>
        </a:p>
      </dgm:t>
    </dgm:pt>
    <dgm:pt modelId="{502C4A58-E0BC-4043-8B58-62BB1C76E84C}" type="sibTrans" cxnId="{2A6F8AEB-9877-4335-BB81-DB585886DB37}">
      <dgm:prSet/>
      <dgm:spPr/>
      <dgm:t>
        <a:bodyPr/>
        <a:lstStyle/>
        <a:p>
          <a:endParaRPr lang="en-US"/>
        </a:p>
      </dgm:t>
    </dgm:pt>
    <dgm:pt modelId="{521BD982-6805-446F-A589-428CF6B7C308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Divide total of the values by </a:t>
          </a:r>
          <a:r>
            <a:rPr lang="en-US" dirty="0">
              <a:latin typeface="Courier New" pitchFamily="49" charset="0"/>
              <a:cs typeface="Courier New" pitchFamily="49" charset="0"/>
            </a:rPr>
            <a:t>len(list)</a:t>
          </a:r>
        </a:p>
      </dgm:t>
    </dgm:pt>
    <dgm:pt modelId="{83E80FB2-DDF1-49AA-ABB2-302536EEF29C}" type="parTrans" cxnId="{6E397A4B-E362-4AC3-AC44-0FD106FE890F}">
      <dgm:prSet/>
      <dgm:spPr/>
      <dgm:t>
        <a:bodyPr/>
        <a:lstStyle/>
        <a:p>
          <a:endParaRPr lang="en-US"/>
        </a:p>
      </dgm:t>
    </dgm:pt>
    <dgm:pt modelId="{D8F9F82A-23B5-44B6-9CE0-104A4F2440DD}" type="sibTrans" cxnId="{6E397A4B-E362-4AC3-AC44-0FD106FE890F}">
      <dgm:prSet/>
      <dgm:spPr/>
      <dgm:t>
        <a:bodyPr/>
        <a:lstStyle/>
        <a:p>
          <a:endParaRPr lang="en-US"/>
        </a:p>
      </dgm:t>
    </dgm:pt>
    <dgm:pt modelId="{59B9EC91-9A72-46CA-8896-231C97CFBB93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List can be passed as an argument to a function</a:t>
          </a:r>
        </a:p>
      </dgm:t>
    </dgm:pt>
    <dgm:pt modelId="{D61AB745-F0AD-40BC-9618-BEE98FA695FA}" type="parTrans" cxnId="{28E93FAB-9648-418E-A062-580354C0BA8D}">
      <dgm:prSet/>
      <dgm:spPr/>
      <dgm:t>
        <a:bodyPr/>
        <a:lstStyle/>
        <a:p>
          <a:endParaRPr lang="en-US"/>
        </a:p>
      </dgm:t>
    </dgm:pt>
    <dgm:pt modelId="{ADAA2C93-63D8-4455-B750-69416BEA2159}" type="sibTrans" cxnId="{28E93FAB-9648-418E-A062-580354C0BA8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58B849-2E5E-48BE-A933-DA70602A83B0}" type="pres">
      <dgm:prSet presAssocID="{BE2F50DC-2FCB-47D0-B6FF-0AA8D86AAFC6}" presName="spacer" presStyleCnt="0"/>
      <dgm:spPr/>
    </dgm:pt>
    <dgm:pt modelId="{26A6DB32-C3A7-463C-B72D-D0078770CCD9}" type="pres">
      <dgm:prSet presAssocID="{68ED4C60-DACD-431E-8C21-976F1D86A5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A2BB76-0057-463D-A6A5-72C685EF83D6}" type="pres">
      <dgm:prSet presAssocID="{7CD7196C-4516-4F64-9E8B-2B12DBF2D9CE}" presName="spacer" presStyleCnt="0"/>
      <dgm:spPr/>
    </dgm:pt>
    <dgm:pt modelId="{DCF8B7B8-8ACF-4D93-BDFA-909E66D2AC36}" type="pres">
      <dgm:prSet presAssocID="{7A1C00C7-372E-43D1-9EA8-B3609EA7FF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44CD71-0EA4-4EDF-9965-B2FAD2B0A08F}" type="pres">
      <dgm:prSet presAssocID="{7A1C00C7-372E-43D1-9EA8-B3609EA7FFC3}" presName="childText" presStyleLbl="revTx" presStyleIdx="0" presStyleCnt="1">
        <dgm:presLayoutVars>
          <dgm:bulletEnabled val="1"/>
        </dgm:presLayoutVars>
      </dgm:prSet>
      <dgm:spPr/>
    </dgm:pt>
    <dgm:pt modelId="{A9480BB7-7570-4965-BED2-C97DF3EA58E5}" type="pres">
      <dgm:prSet presAssocID="{59B9EC91-9A72-46CA-8896-231C97CFBB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EB7901-7132-47E6-8A29-C69115EA6765}" type="presOf" srcId="{68ED4C60-DACD-431E-8C21-976F1D86A5FA}" destId="{26A6DB32-C3A7-463C-B72D-D0078770CCD9}" srcOrd="0" destOrd="0" presId="urn:microsoft.com/office/officeart/2005/8/layout/vList2"/>
    <dgm:cxn modelId="{386E7F26-15AC-4F0C-BF7E-59909362D166}" type="presOf" srcId="{408064A3-5050-47E2-B830-DF18AF0F0015}" destId="{9144CD71-0EA4-4EDF-9965-B2FAD2B0A08F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6E397A4B-E362-4AC3-AC44-0FD106FE890F}" srcId="{7A1C00C7-372E-43D1-9EA8-B3609EA7FFC3}" destId="{521BD982-6805-446F-A589-428CF6B7C308}" srcOrd="1" destOrd="0" parTransId="{83E80FB2-DDF1-49AA-ABB2-302536EEF29C}" sibTransId="{D8F9F82A-23B5-44B6-9CE0-104A4F2440DD}"/>
    <dgm:cxn modelId="{77B36079-DAE2-45DE-AECF-34B3ABB6910A}" type="presOf" srcId="{296FD401-3635-4595-BF57-8D5A793C66FA}" destId="{DD55324C-F873-4A1A-98BF-6A4803395D14}" srcOrd="0" destOrd="0" presId="urn:microsoft.com/office/officeart/2005/8/layout/vList2"/>
    <dgm:cxn modelId="{243F60AA-59E9-409E-A81D-B6A33BD12CD5}" type="presOf" srcId="{521BD982-6805-446F-A589-428CF6B7C308}" destId="{9144CD71-0EA4-4EDF-9965-B2FAD2B0A08F}" srcOrd="0" destOrd="1" presId="urn:microsoft.com/office/officeart/2005/8/layout/vList2"/>
    <dgm:cxn modelId="{28E93FAB-9648-418E-A062-580354C0BA8D}" srcId="{90119837-5B71-4D44-BB01-DB0B084933C8}" destId="{59B9EC91-9A72-46CA-8896-231C97CFBB93}" srcOrd="3" destOrd="0" parTransId="{D61AB745-F0AD-40BC-9618-BEE98FA695FA}" sibTransId="{ADAA2C93-63D8-4455-B750-69416BEA2159}"/>
    <dgm:cxn modelId="{EFA9A5B1-2050-4CFE-B19B-6E806DA1DDCC}" type="presOf" srcId="{7A1C00C7-372E-43D1-9EA8-B3609EA7FFC3}" destId="{DCF8B7B8-8ACF-4D93-BDFA-909E66D2AC36}" srcOrd="0" destOrd="0" presId="urn:microsoft.com/office/officeart/2005/8/layout/vList2"/>
    <dgm:cxn modelId="{A13339B8-94CC-430E-8A71-B684091095E9}" type="presOf" srcId="{90119837-5B71-4D44-BB01-DB0B084933C8}" destId="{ED5DCCC5-BCA8-4491-AA37-BAF153ECA184}" srcOrd="0" destOrd="0" presId="urn:microsoft.com/office/officeart/2005/8/layout/vList2"/>
    <dgm:cxn modelId="{E8C8F9C3-47E8-45E4-9CC3-209AC5A9EE1F}" srcId="{90119837-5B71-4D44-BB01-DB0B084933C8}" destId="{7A1C00C7-372E-43D1-9EA8-B3609EA7FFC3}" srcOrd="2" destOrd="0" parTransId="{42DA1163-CB91-4321-9BFD-1ECF8DDA5E9F}" sibTransId="{A7E754FA-6603-4E63-B9F8-FAE61D9C068E}"/>
    <dgm:cxn modelId="{2A6F8AEB-9877-4335-BB81-DB585886DB37}" srcId="{7A1C00C7-372E-43D1-9EA8-B3609EA7FFC3}" destId="{408064A3-5050-47E2-B830-DF18AF0F0015}" srcOrd="0" destOrd="0" parTransId="{EBAA95EA-75BF-453A-8381-2F0019409539}" sibTransId="{502C4A58-E0BC-4043-8B58-62BB1C76E84C}"/>
    <dgm:cxn modelId="{32C234F0-1CCC-40D9-B52A-B0C9A9C46A32}" type="presOf" srcId="{59B9EC91-9A72-46CA-8896-231C97CFBB93}" destId="{A9480BB7-7570-4965-BED2-C97DF3EA58E5}" srcOrd="0" destOrd="0" presId="urn:microsoft.com/office/officeart/2005/8/layout/vList2"/>
    <dgm:cxn modelId="{AFACC6F4-8DEF-4A78-8664-F7B0B8BF24EC}" srcId="{90119837-5B71-4D44-BB01-DB0B084933C8}" destId="{68ED4C60-DACD-431E-8C21-976F1D86A5FA}" srcOrd="1" destOrd="0" parTransId="{D727E128-D436-4FB0-9645-9BC1A3C3451E}" sibTransId="{7CD7196C-4516-4F64-9E8B-2B12DBF2D9CE}"/>
    <dgm:cxn modelId="{312DAC10-FCC3-4A18-8EEE-0BD4C2814F77}" type="presParOf" srcId="{ED5DCCC5-BCA8-4491-AA37-BAF153ECA184}" destId="{DD55324C-F873-4A1A-98BF-6A4803395D14}" srcOrd="0" destOrd="0" presId="urn:microsoft.com/office/officeart/2005/8/layout/vList2"/>
    <dgm:cxn modelId="{F5A24218-F5F6-425D-AF98-4820F6236C3E}" type="presParOf" srcId="{ED5DCCC5-BCA8-4491-AA37-BAF153ECA184}" destId="{B658B849-2E5E-48BE-A933-DA70602A83B0}" srcOrd="1" destOrd="0" presId="urn:microsoft.com/office/officeart/2005/8/layout/vList2"/>
    <dgm:cxn modelId="{A00F80FE-7549-41B6-8B0B-EC472B630FB3}" type="presParOf" srcId="{ED5DCCC5-BCA8-4491-AA37-BAF153ECA184}" destId="{26A6DB32-C3A7-463C-B72D-D0078770CCD9}" srcOrd="2" destOrd="0" presId="urn:microsoft.com/office/officeart/2005/8/layout/vList2"/>
    <dgm:cxn modelId="{7D07F581-BA89-4994-8AC5-1F736F310B4F}" type="presParOf" srcId="{ED5DCCC5-BCA8-4491-AA37-BAF153ECA184}" destId="{E7A2BB76-0057-463D-A6A5-72C685EF83D6}" srcOrd="3" destOrd="0" presId="urn:microsoft.com/office/officeart/2005/8/layout/vList2"/>
    <dgm:cxn modelId="{48C119AC-09FE-426E-AB3E-385B456844D8}" type="presParOf" srcId="{ED5DCCC5-BCA8-4491-AA37-BAF153ECA184}" destId="{DCF8B7B8-8ACF-4D93-BDFA-909E66D2AC36}" srcOrd="4" destOrd="0" presId="urn:microsoft.com/office/officeart/2005/8/layout/vList2"/>
    <dgm:cxn modelId="{7FC014D5-6FEA-4B5B-848D-C310D4D5EF41}" type="presParOf" srcId="{ED5DCCC5-BCA8-4491-AA37-BAF153ECA184}" destId="{9144CD71-0EA4-4EDF-9965-B2FAD2B0A08F}" srcOrd="5" destOrd="0" presId="urn:microsoft.com/office/officeart/2005/8/layout/vList2"/>
    <dgm:cxn modelId="{D6251FD5-BCA6-4DCE-BB28-2EC2B177F482}" type="presParOf" srcId="{ED5DCCC5-BCA8-4491-AA37-BAF153ECA184}" destId="{A9480BB7-7570-4965-BED2-C97DF3EA58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A function can return a reference to a list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7B069DA0-EE71-452C-B808-72C1D28C8A81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save the contents of a list to a file:</a:t>
          </a:r>
        </a:p>
      </dgm:t>
    </dgm:pt>
    <dgm:pt modelId="{0B9B1099-9ACA-41F2-A5BA-54DEE4A7875A}" type="parTrans" cxnId="{CE27822C-1717-4B42-B9BE-460E531B29D1}">
      <dgm:prSet/>
      <dgm:spPr/>
      <dgm:t>
        <a:bodyPr/>
        <a:lstStyle/>
        <a:p>
          <a:endParaRPr lang="en-US"/>
        </a:p>
      </dgm:t>
    </dgm:pt>
    <dgm:pt modelId="{042EFAEF-2D6F-4B24-91AC-8A9FC504F186}" type="sibTrans" cxnId="{CE27822C-1717-4B42-B9BE-460E531B29D1}">
      <dgm:prSet/>
      <dgm:spPr/>
      <dgm:t>
        <a:bodyPr/>
        <a:lstStyle/>
        <a:p>
          <a:endParaRPr lang="en-US"/>
        </a:p>
      </dgm:t>
    </dgm:pt>
    <dgm:pt modelId="{8585D814-C641-4BE9-BD12-0482A23661BC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 the file object’s </a:t>
          </a:r>
          <a:r>
            <a:rPr lang="en-US" dirty="0">
              <a:latin typeface="Courier New" pitchFamily="49" charset="0"/>
              <a:cs typeface="Courier New" pitchFamily="49" charset="0"/>
            </a:rPr>
            <a:t>writelines</a:t>
          </a:r>
          <a:r>
            <a:rPr lang="en-US" dirty="0">
              <a:latin typeface="+mj-lt"/>
              <a:cs typeface="Courier New" pitchFamily="49" charset="0"/>
            </a:rPr>
            <a:t> method</a:t>
          </a:r>
        </a:p>
      </dgm:t>
    </dgm:pt>
    <dgm:pt modelId="{E236347D-D4C0-41B0-885C-CFC7D7EEE52D}" type="parTrans" cxnId="{E44D0F00-9176-417C-B3F2-32E3C7C41DB9}">
      <dgm:prSet/>
      <dgm:spPr/>
      <dgm:t>
        <a:bodyPr/>
        <a:lstStyle/>
        <a:p>
          <a:endParaRPr lang="en-US"/>
        </a:p>
      </dgm:t>
    </dgm:pt>
    <dgm:pt modelId="{4739844E-63C9-43D6-B905-05090E7E0295}" type="sibTrans" cxnId="{E44D0F00-9176-417C-B3F2-32E3C7C41DB9}">
      <dgm:prSet/>
      <dgm:spPr/>
      <dgm:t>
        <a:bodyPr/>
        <a:lstStyle/>
        <a:p>
          <a:endParaRPr lang="en-US"/>
        </a:p>
      </dgm:t>
    </dgm:pt>
    <dgm:pt modelId="{8600E365-4DB2-4286-B19A-CF7F3FCB4A5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Does not automatically write </a:t>
          </a:r>
          <a:r>
            <a:rPr lang="en-US" dirty="0">
              <a:latin typeface="Courier New" pitchFamily="49" charset="0"/>
              <a:cs typeface="Courier New" pitchFamily="49" charset="0"/>
            </a:rPr>
            <a:t>\n</a:t>
          </a:r>
          <a:r>
            <a:rPr lang="en-US" dirty="0">
              <a:latin typeface="+mj-lt"/>
              <a:cs typeface="Courier New" pitchFamily="49" charset="0"/>
            </a:rPr>
            <a:t> at then end of each item</a:t>
          </a:r>
        </a:p>
      </dgm:t>
    </dgm:pt>
    <dgm:pt modelId="{1E9632A7-2FA5-47D8-A1F3-4530DEEF05B8}" type="parTrans" cxnId="{9C583E41-0BCA-4230-97CC-1CD5B29895DC}">
      <dgm:prSet/>
      <dgm:spPr/>
      <dgm:t>
        <a:bodyPr/>
        <a:lstStyle/>
        <a:p>
          <a:endParaRPr lang="en-US"/>
        </a:p>
      </dgm:t>
    </dgm:pt>
    <dgm:pt modelId="{87C1152C-AEB4-44A6-93B0-29E84FE04CE5}" type="sibTrans" cxnId="{9C583E41-0BCA-4230-97CC-1CD5B29895DC}">
      <dgm:prSet/>
      <dgm:spPr/>
      <dgm:t>
        <a:bodyPr/>
        <a:lstStyle/>
        <a:p>
          <a:endParaRPr lang="en-US"/>
        </a:p>
      </dgm:t>
    </dgm:pt>
    <dgm:pt modelId="{6F562B6C-FBDC-48ED-9CC1-62B87F256840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 a </a:t>
          </a:r>
          <a:r>
            <a:rPr lang="en-US" dirty="0">
              <a:latin typeface="Courier New" pitchFamily="49" charset="0"/>
              <a:cs typeface="Courier New" pitchFamily="49" charset="0"/>
            </a:rPr>
            <a:t>for</a:t>
          </a:r>
          <a:r>
            <a:rPr lang="en-US" dirty="0">
              <a:latin typeface="+mj-lt"/>
              <a:cs typeface="Courier New" pitchFamily="49" charset="0"/>
            </a:rPr>
            <a:t> loop to write each element and </a:t>
          </a:r>
          <a:r>
            <a:rPr lang="en-US" dirty="0">
              <a:latin typeface="Courier New" pitchFamily="49" charset="0"/>
              <a:cs typeface="Courier New" pitchFamily="49" charset="0"/>
            </a:rPr>
            <a:t>\n</a:t>
          </a:r>
        </a:p>
      </dgm:t>
    </dgm:pt>
    <dgm:pt modelId="{2E41BB83-DE55-40B1-A061-57F32C7230DD}" type="parTrans" cxnId="{243529F3-8D8A-4EE6-83DB-F914B7C81CDF}">
      <dgm:prSet/>
      <dgm:spPr/>
      <dgm:t>
        <a:bodyPr/>
        <a:lstStyle/>
        <a:p>
          <a:endParaRPr lang="en-US"/>
        </a:p>
      </dgm:t>
    </dgm:pt>
    <dgm:pt modelId="{54A3F0B4-DCB8-4232-ABF1-702AE5381CDD}" type="sibTrans" cxnId="{243529F3-8D8A-4EE6-83DB-F914B7C81CDF}">
      <dgm:prSet/>
      <dgm:spPr/>
      <dgm:t>
        <a:bodyPr/>
        <a:lstStyle/>
        <a:p>
          <a:endParaRPr lang="en-US"/>
        </a:p>
      </dgm:t>
    </dgm:pt>
    <dgm:pt modelId="{57604415-0CE1-4E2D-9232-1DD7B9B47BB2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read data from a file use the file object’s </a:t>
          </a:r>
          <a:r>
            <a:rPr lang="en-US" dirty="0">
              <a:latin typeface="Courier New" pitchFamily="49" charset="0"/>
              <a:cs typeface="Courier New" pitchFamily="49" charset="0"/>
            </a:rPr>
            <a:t>readlines </a:t>
          </a:r>
          <a:r>
            <a:rPr lang="en-US" dirty="0">
              <a:latin typeface="+mj-lt"/>
              <a:cs typeface="Courier New" pitchFamily="49" charset="0"/>
            </a:rPr>
            <a:t>method</a:t>
          </a:r>
          <a:endParaRPr lang="he-IL" dirty="0">
            <a:latin typeface="+mj-lt"/>
            <a:cs typeface="Courier New" pitchFamily="49" charset="0"/>
          </a:endParaRPr>
        </a:p>
      </dgm:t>
    </dgm:pt>
    <dgm:pt modelId="{E5EFB0ED-4B09-4DE3-B6C4-D071E3187468}" type="parTrans" cxnId="{36FC6F9D-D231-4F18-A595-16133C5C62A5}">
      <dgm:prSet/>
      <dgm:spPr/>
      <dgm:t>
        <a:bodyPr/>
        <a:lstStyle/>
        <a:p>
          <a:endParaRPr lang="en-US"/>
        </a:p>
      </dgm:t>
    </dgm:pt>
    <dgm:pt modelId="{3487156B-BC6E-4183-B2D1-55355A9C4409}" type="sibTrans" cxnId="{36FC6F9D-D231-4F18-A595-16133C5C62A5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58B849-2E5E-48BE-A933-DA70602A83B0}" type="pres">
      <dgm:prSet presAssocID="{BE2F50DC-2FCB-47D0-B6FF-0AA8D86AAFC6}" presName="spacer" presStyleCnt="0"/>
      <dgm:spPr/>
    </dgm:pt>
    <dgm:pt modelId="{2A7A2EC1-2839-477C-AED6-C066B60ADB48}" type="pres">
      <dgm:prSet presAssocID="{7B069DA0-EE71-452C-B808-72C1D28C8A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DA5FAB-207A-4922-8ED7-578142DC116B}" type="pres">
      <dgm:prSet presAssocID="{7B069DA0-EE71-452C-B808-72C1D28C8A81}" presName="childText" presStyleLbl="revTx" presStyleIdx="0" presStyleCnt="1">
        <dgm:presLayoutVars>
          <dgm:bulletEnabled val="1"/>
        </dgm:presLayoutVars>
      </dgm:prSet>
      <dgm:spPr/>
    </dgm:pt>
    <dgm:pt modelId="{366D195B-B4B5-4D6E-94C1-D55BF679C455}" type="pres">
      <dgm:prSet presAssocID="{57604415-0CE1-4E2D-9232-1DD7B9B47BB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44D0F00-9176-417C-B3F2-32E3C7C41DB9}" srcId="{7B069DA0-EE71-452C-B808-72C1D28C8A81}" destId="{8585D814-C641-4BE9-BD12-0482A23661BC}" srcOrd="0" destOrd="0" parTransId="{E236347D-D4C0-41B0-885C-CFC7D7EEE52D}" sibTransId="{4739844E-63C9-43D6-B905-05090E7E0295}"/>
    <dgm:cxn modelId="{4F4ABE11-07D1-40AE-83CF-EA74707C92F3}" type="presOf" srcId="{8585D814-C641-4BE9-BD12-0482A23661BC}" destId="{D4DA5FAB-207A-4922-8ED7-578142DC116B}" srcOrd="0" destOrd="0" presId="urn:microsoft.com/office/officeart/2005/8/layout/vList2"/>
    <dgm:cxn modelId="{CE27822C-1717-4B42-B9BE-460E531B29D1}" srcId="{90119837-5B71-4D44-BB01-DB0B084933C8}" destId="{7B069DA0-EE71-452C-B808-72C1D28C8A81}" srcOrd="1" destOrd="0" parTransId="{0B9B1099-9ACA-41F2-A5BA-54DEE4A7875A}" sibTransId="{042EFAEF-2D6F-4B24-91AC-8A9FC504F186}"/>
    <dgm:cxn modelId="{9C583E41-0BCA-4230-97CC-1CD5B29895DC}" srcId="{8585D814-C641-4BE9-BD12-0482A23661BC}" destId="{8600E365-4DB2-4286-B19A-CF7F3FCB4A56}" srcOrd="0" destOrd="0" parTransId="{1E9632A7-2FA5-47D8-A1F3-4530DEEF05B8}" sibTransId="{87C1152C-AEB4-44A6-93B0-29E84FE04CE5}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5ECDC14F-1C41-4D75-9248-13A341627348}" type="presOf" srcId="{6F562B6C-FBDC-48ED-9CC1-62B87F256840}" destId="{D4DA5FAB-207A-4922-8ED7-578142DC116B}" srcOrd="0" destOrd="2" presId="urn:microsoft.com/office/officeart/2005/8/layout/vList2"/>
    <dgm:cxn modelId="{C4523497-B5FA-49D0-B1DD-4902447552B3}" type="presOf" srcId="{7B069DA0-EE71-452C-B808-72C1D28C8A81}" destId="{2A7A2EC1-2839-477C-AED6-C066B60ADB48}" srcOrd="0" destOrd="0" presId="urn:microsoft.com/office/officeart/2005/8/layout/vList2"/>
    <dgm:cxn modelId="{2122699A-6ACE-4ABB-994B-B8FF11D9F201}" type="presOf" srcId="{57604415-0CE1-4E2D-9232-1DD7B9B47BB2}" destId="{366D195B-B4B5-4D6E-94C1-D55BF679C455}" srcOrd="0" destOrd="0" presId="urn:microsoft.com/office/officeart/2005/8/layout/vList2"/>
    <dgm:cxn modelId="{36FC6F9D-D231-4F18-A595-16133C5C62A5}" srcId="{90119837-5B71-4D44-BB01-DB0B084933C8}" destId="{57604415-0CE1-4E2D-9232-1DD7B9B47BB2}" srcOrd="2" destOrd="0" parTransId="{E5EFB0ED-4B09-4DE3-B6C4-D071E3187468}" sibTransId="{3487156B-BC6E-4183-B2D1-55355A9C4409}"/>
    <dgm:cxn modelId="{8BAF33A8-21ED-4A4A-AA7A-9233A45C1C89}" type="presOf" srcId="{90119837-5B71-4D44-BB01-DB0B084933C8}" destId="{ED5DCCC5-BCA8-4491-AA37-BAF153ECA184}" srcOrd="0" destOrd="0" presId="urn:microsoft.com/office/officeart/2005/8/layout/vList2"/>
    <dgm:cxn modelId="{01AB13C6-82B3-4F12-90D2-624C354D3E43}" type="presOf" srcId="{8600E365-4DB2-4286-B19A-CF7F3FCB4A56}" destId="{D4DA5FAB-207A-4922-8ED7-578142DC116B}" srcOrd="0" destOrd="1" presId="urn:microsoft.com/office/officeart/2005/8/layout/vList2"/>
    <dgm:cxn modelId="{B68419E2-FDC6-446F-9118-19FC5AAA4F85}" type="presOf" srcId="{296FD401-3635-4595-BF57-8D5A793C66FA}" destId="{DD55324C-F873-4A1A-98BF-6A4803395D14}" srcOrd="0" destOrd="0" presId="urn:microsoft.com/office/officeart/2005/8/layout/vList2"/>
    <dgm:cxn modelId="{243529F3-8D8A-4EE6-83DB-F914B7C81CDF}" srcId="{7B069DA0-EE71-452C-B808-72C1D28C8A81}" destId="{6F562B6C-FBDC-48ED-9CC1-62B87F256840}" srcOrd="1" destOrd="0" parTransId="{2E41BB83-DE55-40B1-A061-57F32C7230DD}" sibTransId="{54A3F0B4-DCB8-4232-ABF1-702AE5381CDD}"/>
    <dgm:cxn modelId="{FDC8776A-F8FA-4520-A590-10FFD313F888}" type="presParOf" srcId="{ED5DCCC5-BCA8-4491-AA37-BAF153ECA184}" destId="{DD55324C-F873-4A1A-98BF-6A4803395D14}" srcOrd="0" destOrd="0" presId="urn:microsoft.com/office/officeart/2005/8/layout/vList2"/>
    <dgm:cxn modelId="{103345E5-6561-406A-86DE-5F9A72122B12}" type="presParOf" srcId="{ED5DCCC5-BCA8-4491-AA37-BAF153ECA184}" destId="{B658B849-2E5E-48BE-A933-DA70602A83B0}" srcOrd="1" destOrd="0" presId="urn:microsoft.com/office/officeart/2005/8/layout/vList2"/>
    <dgm:cxn modelId="{7CCCBFA8-C87B-4FC6-ACA1-E7D88ABAC42A}" type="presParOf" srcId="{ED5DCCC5-BCA8-4491-AA37-BAF153ECA184}" destId="{2A7A2EC1-2839-477C-AED6-C066B60ADB48}" srcOrd="2" destOrd="0" presId="urn:microsoft.com/office/officeart/2005/8/layout/vList2"/>
    <dgm:cxn modelId="{F0119825-5765-42B3-A6D7-D57653534F7A}" type="presParOf" srcId="{ED5DCCC5-BCA8-4491-AA37-BAF153ECA184}" destId="{D4DA5FAB-207A-4922-8ED7-578142DC116B}" srcOrd="3" destOrd="0" presId="urn:microsoft.com/office/officeart/2005/8/layout/vList2"/>
    <dgm:cxn modelId="{B6A94C4F-5E4A-4EBC-98A6-67E350EF51E6}" type="presParOf" srcId="{ED5DCCC5-BCA8-4491-AA37-BAF153ECA184}" destId="{366D195B-B4B5-4D6E-94C1-D55BF679C4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Two-dimensional list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6FE30608-C1B1-4FC6-BB0E-EA850351FAEB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Also known as nested list</a:t>
          </a:r>
        </a:p>
      </dgm:t>
    </dgm:pt>
    <dgm:pt modelId="{75F708E2-D39F-4751-B8DC-68436A318719}" type="parTrans" cxnId="{09873EE0-12AA-4491-B764-90C3ED6557AF}">
      <dgm:prSet/>
      <dgm:spPr/>
      <dgm:t>
        <a:bodyPr/>
        <a:lstStyle/>
        <a:p>
          <a:endParaRPr lang="en-US"/>
        </a:p>
      </dgm:t>
    </dgm:pt>
    <dgm:pt modelId="{1E503DBF-2921-433B-9965-E4C366C736D0}" type="sibTrans" cxnId="{09873EE0-12AA-4491-B764-90C3ED6557AF}">
      <dgm:prSet/>
      <dgm:spPr/>
      <dgm:t>
        <a:bodyPr/>
        <a:lstStyle/>
        <a:p>
          <a:endParaRPr lang="en-US"/>
        </a:p>
      </dgm:t>
    </dgm:pt>
    <dgm:pt modelId="{D79DEF73-374E-4109-B1C6-2B7DD2FAC922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Common to think of two-dimensional lists as having rows and columns</a:t>
          </a:r>
        </a:p>
      </dgm:t>
    </dgm:pt>
    <dgm:pt modelId="{07AF2C8F-E080-4490-A445-389D4B09FC65}" type="parTrans" cxnId="{013BB395-0420-4518-8DB2-63E751C2E5F0}">
      <dgm:prSet/>
      <dgm:spPr/>
      <dgm:t>
        <a:bodyPr/>
        <a:lstStyle/>
        <a:p>
          <a:endParaRPr lang="en-US"/>
        </a:p>
      </dgm:t>
    </dgm:pt>
    <dgm:pt modelId="{C8DE10A1-688A-4F1E-B531-9C08682D2DA5}" type="sibTrans" cxnId="{013BB395-0420-4518-8DB2-63E751C2E5F0}">
      <dgm:prSet/>
      <dgm:spPr/>
      <dgm:t>
        <a:bodyPr/>
        <a:lstStyle/>
        <a:p>
          <a:endParaRPr lang="en-US"/>
        </a:p>
      </dgm:t>
    </dgm:pt>
    <dgm:pt modelId="{379CB419-84C3-476C-BE99-676B2CB8BE0C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Useful for working with multiple sets of data</a:t>
          </a:r>
        </a:p>
      </dgm:t>
    </dgm:pt>
    <dgm:pt modelId="{58087DBF-9230-4D12-B87C-2A7A7375A38A}" type="parTrans" cxnId="{54D315B1-4774-4208-8135-1BBDF5BE1962}">
      <dgm:prSet/>
      <dgm:spPr/>
      <dgm:t>
        <a:bodyPr/>
        <a:lstStyle/>
        <a:p>
          <a:endParaRPr lang="en-US"/>
        </a:p>
      </dgm:t>
    </dgm:pt>
    <dgm:pt modelId="{6D8ECBB3-8994-4D9D-ACE5-0DD0ABE3268A}" type="sibTrans" cxnId="{54D315B1-4774-4208-8135-1BBDF5BE1962}">
      <dgm:prSet/>
      <dgm:spPr/>
      <dgm:t>
        <a:bodyPr/>
        <a:lstStyle/>
        <a:p>
          <a:endParaRPr lang="en-US"/>
        </a:p>
      </dgm:t>
    </dgm:pt>
    <dgm:pt modelId="{C30196F3-C94F-4DCF-A66E-F12DEFFF7917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To process data in a two-dimensional list need to use two indexes</a:t>
          </a:r>
        </a:p>
      </dgm:t>
    </dgm:pt>
    <dgm:pt modelId="{86F940A9-515E-4571-B5E9-CCCA2D461A30}" type="parTrans" cxnId="{0479FBE8-0421-461E-818F-8E30A11C4A20}">
      <dgm:prSet/>
      <dgm:spPr/>
      <dgm:t>
        <a:bodyPr/>
        <a:lstStyle/>
        <a:p>
          <a:endParaRPr lang="en-US"/>
        </a:p>
      </dgm:t>
    </dgm:pt>
    <dgm:pt modelId="{DE9E3AD2-FDFA-4257-99CF-A876AE3E9F11}" type="sibTrans" cxnId="{0479FBE8-0421-461E-818F-8E30A11C4A20}">
      <dgm:prSet/>
      <dgm:spPr/>
      <dgm:t>
        <a:bodyPr/>
        <a:lstStyle/>
        <a:p>
          <a:endParaRPr lang="en-US"/>
        </a:p>
      </dgm:t>
    </dgm:pt>
    <dgm:pt modelId="{F1BC6EB8-C880-4B4A-B088-EACD20A6249E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Typically use nested loops to process</a:t>
          </a:r>
        </a:p>
      </dgm:t>
    </dgm:pt>
    <dgm:pt modelId="{2862AB56-5350-4688-A386-69C06F5BCB0A}" type="parTrans" cxnId="{66EDF8C5-4B59-4EAB-AE32-8ADEBD5E6D7A}">
      <dgm:prSet/>
      <dgm:spPr/>
      <dgm:t>
        <a:bodyPr/>
        <a:lstStyle/>
        <a:p>
          <a:endParaRPr lang="en-US"/>
        </a:p>
      </dgm:t>
    </dgm:pt>
    <dgm:pt modelId="{73844ADF-E081-4EEB-80D1-73ECB8A1376B}" type="sibTrans" cxnId="{66EDF8C5-4B59-4EAB-AE32-8ADEBD5E6D7A}">
      <dgm:prSet/>
      <dgm:spPr/>
      <dgm:t>
        <a:bodyPr/>
        <a:lstStyle/>
        <a:p>
          <a:endParaRPr lang="en-US"/>
        </a:p>
      </dgm:t>
    </dgm:pt>
    <dgm:pt modelId="{9E0FFF47-96F3-4B10-B3B8-16D353242B79}">
      <dgm:prSet phldrT="[Text]"/>
      <dgm:spPr/>
      <dgm:t>
        <a:bodyPr/>
        <a:lstStyle/>
        <a:p>
          <a:r>
            <a:rPr lang="en-US">
              <a:latin typeface="+mj-lt"/>
              <a:cs typeface="Courier New" pitchFamily="49" charset="0"/>
            </a:rPr>
            <a:t>a list that contains other lists as its elements</a:t>
          </a:r>
          <a:endParaRPr lang="en-US" u="none" dirty="0"/>
        </a:p>
      </dgm:t>
    </dgm:pt>
    <dgm:pt modelId="{5939666E-7855-4D4A-AC48-B0E570A39B28}" type="parTrans" cxnId="{58AE16F0-386C-4208-A1C9-0C50D0572926}">
      <dgm:prSet/>
      <dgm:spPr/>
      <dgm:t>
        <a:bodyPr/>
        <a:lstStyle/>
        <a:p>
          <a:endParaRPr lang="en-US"/>
        </a:p>
      </dgm:t>
    </dgm:pt>
    <dgm:pt modelId="{C83AE62A-4A4B-457F-9127-4C43DF7224B9}" type="sibTrans" cxnId="{58AE16F0-386C-4208-A1C9-0C50D0572926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  <dgm:pt modelId="{A82FEE10-84F2-4217-A554-BBEDB067B031}" type="pres">
      <dgm:prSet presAssocID="{C30196F3-C94F-4DCF-A66E-F12DEFFF79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A53F50-1933-4847-8C07-7508B4D3A2F1}" type="pres">
      <dgm:prSet presAssocID="{DE9E3AD2-FDFA-4257-99CF-A876AE3E9F11}" presName="spacer" presStyleCnt="0"/>
      <dgm:spPr/>
    </dgm:pt>
    <dgm:pt modelId="{656E7D07-2284-4718-BBB1-4FEB6C8D1BD1}" type="pres">
      <dgm:prSet presAssocID="{F1BC6EB8-C880-4B4A-B088-EACD20A6249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02DD83D-514F-4B37-985C-BBAE71BB4F34}" type="presOf" srcId="{90119837-5B71-4D44-BB01-DB0B084933C8}" destId="{ED5DCCC5-BCA8-4491-AA37-BAF153ECA184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64DB3C80-8080-4504-B561-E3DD4740FBEA}" type="presOf" srcId="{296FD401-3635-4595-BF57-8D5A793C66FA}" destId="{DD55324C-F873-4A1A-98BF-6A4803395D14}" srcOrd="0" destOrd="0" presId="urn:microsoft.com/office/officeart/2005/8/layout/vList2"/>
    <dgm:cxn modelId="{818F1B8C-E5BD-4565-84D5-264FAE690251}" type="presOf" srcId="{379CB419-84C3-476C-BE99-676B2CB8BE0C}" destId="{E41EC0C4-A466-4CB6-BEAE-C329D4D5715E}" srcOrd="0" destOrd="3" presId="urn:microsoft.com/office/officeart/2005/8/layout/vList2"/>
    <dgm:cxn modelId="{013BB395-0420-4518-8DB2-63E751C2E5F0}" srcId="{296FD401-3635-4595-BF57-8D5A793C66FA}" destId="{D79DEF73-374E-4109-B1C6-2B7DD2FAC922}" srcOrd="2" destOrd="0" parTransId="{07AF2C8F-E080-4490-A445-389D4B09FC65}" sibTransId="{C8DE10A1-688A-4F1E-B531-9C08682D2DA5}"/>
    <dgm:cxn modelId="{9A2FDB97-2790-467D-B9EF-AF86407DEC46}" type="presOf" srcId="{6FE30608-C1B1-4FC6-BB0E-EA850351FAEB}" destId="{E41EC0C4-A466-4CB6-BEAE-C329D4D5715E}" srcOrd="0" destOrd="1" presId="urn:microsoft.com/office/officeart/2005/8/layout/vList2"/>
    <dgm:cxn modelId="{60D952A2-4C4B-4CEB-BC88-96D4E3687339}" type="presOf" srcId="{C30196F3-C94F-4DCF-A66E-F12DEFFF7917}" destId="{A82FEE10-84F2-4217-A554-BBEDB067B031}" srcOrd="0" destOrd="0" presId="urn:microsoft.com/office/officeart/2005/8/layout/vList2"/>
    <dgm:cxn modelId="{15A193A4-881B-46C9-AE65-A4B1B914B954}" type="presOf" srcId="{D79DEF73-374E-4109-B1C6-2B7DD2FAC922}" destId="{E41EC0C4-A466-4CB6-BEAE-C329D4D5715E}" srcOrd="0" destOrd="2" presId="urn:microsoft.com/office/officeart/2005/8/layout/vList2"/>
    <dgm:cxn modelId="{54D315B1-4774-4208-8135-1BBDF5BE1962}" srcId="{296FD401-3635-4595-BF57-8D5A793C66FA}" destId="{379CB419-84C3-476C-BE99-676B2CB8BE0C}" srcOrd="3" destOrd="0" parTransId="{58087DBF-9230-4D12-B87C-2A7A7375A38A}" sibTransId="{6D8ECBB3-8994-4D9D-ACE5-0DD0ABE3268A}"/>
    <dgm:cxn modelId="{66EDF8C5-4B59-4EAB-AE32-8ADEBD5E6D7A}" srcId="{90119837-5B71-4D44-BB01-DB0B084933C8}" destId="{F1BC6EB8-C880-4B4A-B088-EACD20A6249E}" srcOrd="2" destOrd="0" parTransId="{2862AB56-5350-4688-A386-69C06F5BCB0A}" sibTransId="{73844ADF-E081-4EEB-80D1-73ECB8A1376B}"/>
    <dgm:cxn modelId="{D90BE0D6-1825-43D3-AD9D-282C9715DE0A}" type="presOf" srcId="{F1BC6EB8-C880-4B4A-B088-EACD20A6249E}" destId="{656E7D07-2284-4718-BBB1-4FEB6C8D1BD1}" srcOrd="0" destOrd="0" presId="urn:microsoft.com/office/officeart/2005/8/layout/vList2"/>
    <dgm:cxn modelId="{09873EE0-12AA-4491-B764-90C3ED6557AF}" srcId="{296FD401-3635-4595-BF57-8D5A793C66FA}" destId="{6FE30608-C1B1-4FC6-BB0E-EA850351FAEB}" srcOrd="1" destOrd="0" parTransId="{75F708E2-D39F-4751-B8DC-68436A318719}" sibTransId="{1E503DBF-2921-433B-9965-E4C366C736D0}"/>
    <dgm:cxn modelId="{0479FBE8-0421-461E-818F-8E30A11C4A20}" srcId="{90119837-5B71-4D44-BB01-DB0B084933C8}" destId="{C30196F3-C94F-4DCF-A66E-F12DEFFF7917}" srcOrd="1" destOrd="0" parTransId="{86F940A9-515E-4571-B5E9-CCCA2D461A30}" sibTransId="{DE9E3AD2-FDFA-4257-99CF-A876AE3E9F11}"/>
    <dgm:cxn modelId="{58AE16F0-386C-4208-A1C9-0C50D0572926}" srcId="{296FD401-3635-4595-BF57-8D5A793C66FA}" destId="{9E0FFF47-96F3-4B10-B3B8-16D353242B79}" srcOrd="0" destOrd="0" parTransId="{5939666E-7855-4D4A-AC48-B0E570A39B28}" sibTransId="{C83AE62A-4A4B-457F-9127-4C43DF7224B9}"/>
    <dgm:cxn modelId="{C066C4F6-F563-42F0-A806-E69E4CB80FE5}" type="presOf" srcId="{9E0FFF47-96F3-4B10-B3B8-16D353242B79}" destId="{E41EC0C4-A466-4CB6-BEAE-C329D4D5715E}" srcOrd="0" destOrd="0" presId="urn:microsoft.com/office/officeart/2005/8/layout/vList2"/>
    <dgm:cxn modelId="{65FB3931-6271-4F7B-9490-FCED46A473C1}" type="presParOf" srcId="{ED5DCCC5-BCA8-4491-AA37-BAF153ECA184}" destId="{DD55324C-F873-4A1A-98BF-6A4803395D14}" srcOrd="0" destOrd="0" presId="urn:microsoft.com/office/officeart/2005/8/layout/vList2"/>
    <dgm:cxn modelId="{80557C45-1A24-4787-87DA-A25AB470D595}" type="presParOf" srcId="{ED5DCCC5-BCA8-4491-AA37-BAF153ECA184}" destId="{E41EC0C4-A466-4CB6-BEAE-C329D4D5715E}" srcOrd="1" destOrd="0" presId="urn:microsoft.com/office/officeart/2005/8/layout/vList2"/>
    <dgm:cxn modelId="{E1DBDD47-4AA6-4D64-91A5-6325799CEA89}" type="presParOf" srcId="{ED5DCCC5-BCA8-4491-AA37-BAF153ECA184}" destId="{A82FEE10-84F2-4217-A554-BBEDB067B031}" srcOrd="2" destOrd="0" presId="urn:microsoft.com/office/officeart/2005/8/layout/vList2"/>
    <dgm:cxn modelId="{75232EF2-99E0-40BA-9386-5032C088B00B}" type="presParOf" srcId="{ED5DCCC5-BCA8-4491-AA37-BAF153ECA184}" destId="{25A53F50-1933-4847-8C07-7508B4D3A2F1}" srcOrd="3" destOrd="0" presId="urn:microsoft.com/office/officeart/2005/8/layout/vList2"/>
    <dgm:cxn modelId="{3863BAFF-6506-47A2-9DD1-F5B1715D0542}" type="presParOf" srcId="{ED5DCCC5-BCA8-4491-AA37-BAF153ECA184}" destId="{656E7D07-2284-4718-BBB1-4FEB6C8D1BD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u="none">
              <a:latin typeface="+mj-lt"/>
              <a:cs typeface="Courier New" pitchFamily="49" charset="0"/>
            </a:rPr>
            <a:t>Tuple</a:t>
          </a:r>
          <a:endParaRPr lang="en-US" u="none" dirty="0"/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FCC311D1-C34D-4CE3-8DA9-A8635C658B53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Very similar to a list</a:t>
          </a:r>
        </a:p>
      </dgm:t>
    </dgm:pt>
    <dgm:pt modelId="{234D0EE4-58B4-4BB6-A089-DEF890A8F0F4}" type="parTrans" cxnId="{043732BE-2456-40F9-A639-266ABDF01542}">
      <dgm:prSet/>
      <dgm:spPr/>
      <dgm:t>
        <a:bodyPr/>
        <a:lstStyle/>
        <a:p>
          <a:endParaRPr lang="en-US"/>
        </a:p>
      </dgm:t>
    </dgm:pt>
    <dgm:pt modelId="{6CF64069-8ADC-422D-AA40-AE1244525973}" type="sibTrans" cxnId="{043732BE-2456-40F9-A639-266ABDF01542}">
      <dgm:prSet/>
      <dgm:spPr/>
      <dgm:t>
        <a:bodyPr/>
        <a:lstStyle/>
        <a:p>
          <a:endParaRPr lang="en-US"/>
        </a:p>
      </dgm:t>
    </dgm:pt>
    <dgm:pt modelId="{21BE7995-7C3E-4E47-97A0-43BF850B8119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Once it is created it cannot be changed</a:t>
          </a:r>
        </a:p>
      </dgm:t>
    </dgm:pt>
    <dgm:pt modelId="{1DA43EA6-5B6C-44B6-96F9-FCE5F83C3BD9}" type="parTrans" cxnId="{8647EEB5-0826-45AE-B79F-2337E4560456}">
      <dgm:prSet/>
      <dgm:spPr/>
      <dgm:t>
        <a:bodyPr/>
        <a:lstStyle/>
        <a:p>
          <a:endParaRPr lang="en-US"/>
        </a:p>
      </dgm:t>
    </dgm:pt>
    <dgm:pt modelId="{9FA4A0A4-022F-4968-A586-E49A6836171E}" type="sibTrans" cxnId="{8647EEB5-0826-45AE-B79F-2337E4560456}">
      <dgm:prSet/>
      <dgm:spPr/>
      <dgm:t>
        <a:bodyPr/>
        <a:lstStyle/>
        <a:p>
          <a:endParaRPr lang="en-US"/>
        </a:p>
      </dgm:t>
    </dgm:pt>
    <dgm:pt modelId="{4BB9198C-D9B5-445D-9A18-59AC75C604F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Format: </a:t>
          </a:r>
          <a:r>
            <a:rPr lang="en-US" dirty="0">
              <a:latin typeface="Courier New" pitchFamily="49" charset="0"/>
              <a:cs typeface="Courier New" pitchFamily="49" charset="0"/>
            </a:rPr>
            <a:t>tuple_name = (item1, item2)</a:t>
          </a:r>
        </a:p>
      </dgm:t>
    </dgm:pt>
    <dgm:pt modelId="{470961B8-8899-4F9C-B8B6-7425685E9850}" type="parTrans" cxnId="{77C1F194-4AD2-43F5-887F-7F476BA804D8}">
      <dgm:prSet/>
      <dgm:spPr/>
      <dgm:t>
        <a:bodyPr/>
        <a:lstStyle/>
        <a:p>
          <a:endParaRPr lang="en-US"/>
        </a:p>
      </dgm:t>
    </dgm:pt>
    <dgm:pt modelId="{FEB12E04-6D9D-4F60-BBFA-2912B0C66728}" type="sibTrans" cxnId="{77C1F194-4AD2-43F5-887F-7F476BA804D8}">
      <dgm:prSet/>
      <dgm:spPr/>
      <dgm:t>
        <a:bodyPr/>
        <a:lstStyle/>
        <a:p>
          <a:endParaRPr lang="en-US"/>
        </a:p>
      </dgm:t>
    </dgm:pt>
    <dgm:pt modelId="{33851BE9-EC55-4C73-9E79-34188C0AD18F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Tuples support operations as lists</a:t>
          </a:r>
        </a:p>
      </dgm:t>
    </dgm:pt>
    <dgm:pt modelId="{BEADB3B9-A800-4B37-85E5-74F39CAC25B8}" type="parTrans" cxnId="{15BE92B5-4076-456D-8072-D5BC8E5F4D73}">
      <dgm:prSet/>
      <dgm:spPr/>
      <dgm:t>
        <a:bodyPr/>
        <a:lstStyle/>
        <a:p>
          <a:endParaRPr lang="en-US"/>
        </a:p>
      </dgm:t>
    </dgm:pt>
    <dgm:pt modelId="{CB152400-A13A-47A2-9FB1-C7F2417D2DE5}" type="sibTrans" cxnId="{15BE92B5-4076-456D-8072-D5BC8E5F4D73}">
      <dgm:prSet/>
      <dgm:spPr/>
      <dgm:t>
        <a:bodyPr/>
        <a:lstStyle/>
        <a:p>
          <a:endParaRPr lang="en-US"/>
        </a:p>
      </dgm:t>
    </dgm:pt>
    <dgm:pt modelId="{869F238E-8D0C-4205-8345-813F67801257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Subscript indexing for retrieving elements</a:t>
          </a:r>
        </a:p>
      </dgm:t>
    </dgm:pt>
    <dgm:pt modelId="{A640F77F-01AF-4F67-A1BD-941BBD8FDFEB}" type="parTrans" cxnId="{D42CE5B9-9318-4610-9C91-897010C59C42}">
      <dgm:prSet/>
      <dgm:spPr/>
      <dgm:t>
        <a:bodyPr/>
        <a:lstStyle/>
        <a:p>
          <a:endParaRPr lang="en-US"/>
        </a:p>
      </dgm:t>
    </dgm:pt>
    <dgm:pt modelId="{5BAA6B76-BA04-41EC-84D0-D7DA32F0B702}" type="sibTrans" cxnId="{D42CE5B9-9318-4610-9C91-897010C59C42}">
      <dgm:prSet/>
      <dgm:spPr/>
      <dgm:t>
        <a:bodyPr/>
        <a:lstStyle/>
        <a:p>
          <a:endParaRPr lang="en-US"/>
        </a:p>
      </dgm:t>
    </dgm:pt>
    <dgm:pt modelId="{CCE46848-C8E3-4062-85B4-98E1803F7EF9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Methods such as </a:t>
          </a:r>
          <a:r>
            <a:rPr lang="en-US" dirty="0">
              <a:latin typeface="Courier New" pitchFamily="49" charset="0"/>
              <a:cs typeface="Courier New" pitchFamily="49" charset="0"/>
            </a:rPr>
            <a:t>index</a:t>
          </a:r>
        </a:p>
      </dgm:t>
    </dgm:pt>
    <dgm:pt modelId="{0902B390-CC1D-4B9C-806E-BE79A89CEB0E}" type="parTrans" cxnId="{C22F854C-377E-4265-B4EF-284218F205C9}">
      <dgm:prSet/>
      <dgm:spPr/>
      <dgm:t>
        <a:bodyPr/>
        <a:lstStyle/>
        <a:p>
          <a:endParaRPr lang="en-US"/>
        </a:p>
      </dgm:t>
    </dgm:pt>
    <dgm:pt modelId="{B89E07F4-E5F6-448B-A7AB-4425F2AE23DB}" type="sibTrans" cxnId="{C22F854C-377E-4265-B4EF-284218F205C9}">
      <dgm:prSet/>
      <dgm:spPr/>
      <dgm:t>
        <a:bodyPr/>
        <a:lstStyle/>
        <a:p>
          <a:endParaRPr lang="en-US"/>
        </a:p>
      </dgm:t>
    </dgm:pt>
    <dgm:pt modelId="{A88815F7-1846-49E0-A668-8D377BFD2631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Built in functions such as </a:t>
          </a:r>
          <a:r>
            <a:rPr lang="en-US" dirty="0">
              <a:latin typeface="Courier New" pitchFamily="49" charset="0"/>
              <a:cs typeface="Courier New" pitchFamily="49" charset="0"/>
            </a:rPr>
            <a:t>len, min, max</a:t>
          </a:r>
        </a:p>
      </dgm:t>
    </dgm:pt>
    <dgm:pt modelId="{3BBEEBD8-8ED6-4B66-803F-0966F590BA3F}" type="parTrans" cxnId="{93AC5867-DFB3-462E-81DE-BE5EF085B09E}">
      <dgm:prSet/>
      <dgm:spPr/>
      <dgm:t>
        <a:bodyPr/>
        <a:lstStyle/>
        <a:p>
          <a:endParaRPr lang="en-US"/>
        </a:p>
      </dgm:t>
    </dgm:pt>
    <dgm:pt modelId="{43CFDDC8-EFD6-4A69-9326-128C3C8E6706}" type="sibTrans" cxnId="{93AC5867-DFB3-462E-81DE-BE5EF085B09E}">
      <dgm:prSet/>
      <dgm:spPr/>
      <dgm:t>
        <a:bodyPr/>
        <a:lstStyle/>
        <a:p>
          <a:endParaRPr lang="en-US"/>
        </a:p>
      </dgm:t>
    </dgm:pt>
    <dgm:pt modelId="{DAB1D790-6D3F-4D7B-B5C8-18421BDE51EC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Slicing expressions</a:t>
          </a:r>
        </a:p>
      </dgm:t>
    </dgm:pt>
    <dgm:pt modelId="{33FD648E-B7AE-4098-BAF0-0EB76092B202}" type="parTrans" cxnId="{1E0BEFF9-4A1E-44A9-9975-D02E032FDE79}">
      <dgm:prSet/>
      <dgm:spPr/>
      <dgm:t>
        <a:bodyPr/>
        <a:lstStyle/>
        <a:p>
          <a:endParaRPr lang="en-US"/>
        </a:p>
      </dgm:t>
    </dgm:pt>
    <dgm:pt modelId="{8479B547-28F4-465E-B537-D98985C39EB9}" type="sibTrans" cxnId="{1E0BEFF9-4A1E-44A9-9975-D02E032FDE79}">
      <dgm:prSet/>
      <dgm:spPr/>
      <dgm:t>
        <a:bodyPr/>
        <a:lstStyle/>
        <a:p>
          <a:endParaRPr lang="en-US"/>
        </a:p>
      </dgm:t>
    </dgm:pt>
    <dgm:pt modelId="{763A4F9D-8987-4298-B6D7-01DCDE54DAEE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The </a:t>
          </a:r>
          <a:r>
            <a:rPr lang="en-US" dirty="0">
              <a:latin typeface="Courier New" pitchFamily="49" charset="0"/>
              <a:cs typeface="Courier New" pitchFamily="49" charset="0"/>
            </a:rPr>
            <a:t>in</a:t>
          </a:r>
          <a:r>
            <a:rPr lang="en-US" dirty="0">
              <a:latin typeface="+mj-lt"/>
              <a:cs typeface="Courier New" pitchFamily="49" charset="0"/>
            </a:rPr>
            <a:t>, </a:t>
          </a:r>
          <a:r>
            <a:rPr lang="en-US" dirty="0">
              <a:latin typeface="Courier New" pitchFamily="49" charset="0"/>
              <a:cs typeface="Courier New" pitchFamily="49" charset="0"/>
            </a:rPr>
            <a:t>+</a:t>
          </a:r>
          <a:r>
            <a:rPr lang="en-US" dirty="0">
              <a:latin typeface="+mj-lt"/>
              <a:cs typeface="Courier New" pitchFamily="49" charset="0"/>
            </a:rPr>
            <a:t>, and </a:t>
          </a:r>
          <a:r>
            <a:rPr lang="en-US" dirty="0">
              <a:latin typeface="Courier New" pitchFamily="49" charset="0"/>
              <a:cs typeface="Courier New" pitchFamily="49" charset="0"/>
            </a:rPr>
            <a:t>*</a:t>
          </a:r>
          <a:r>
            <a:rPr lang="en-US" dirty="0">
              <a:latin typeface="+mj-lt"/>
              <a:cs typeface="Courier New" pitchFamily="49" charset="0"/>
            </a:rPr>
            <a:t> operators</a:t>
          </a:r>
        </a:p>
      </dgm:t>
    </dgm:pt>
    <dgm:pt modelId="{3741C514-168A-49F5-945B-FF274CB0C90D}" type="parTrans" cxnId="{C92D3D34-2EC5-43FE-86B4-41C702A75785}">
      <dgm:prSet/>
      <dgm:spPr/>
      <dgm:t>
        <a:bodyPr/>
        <a:lstStyle/>
        <a:p>
          <a:endParaRPr lang="en-US"/>
        </a:p>
      </dgm:t>
    </dgm:pt>
    <dgm:pt modelId="{CAA85715-3D82-4B03-B798-23672DE872FA}" type="sibTrans" cxnId="{C92D3D34-2EC5-43FE-86B4-41C702A75785}">
      <dgm:prSet/>
      <dgm:spPr/>
      <dgm:t>
        <a:bodyPr/>
        <a:lstStyle/>
        <a:p>
          <a:endParaRPr lang="en-US"/>
        </a:p>
      </dgm:t>
    </dgm:pt>
    <dgm:pt modelId="{BBDDABF3-B3B6-4BC4-B08D-F4DEBA435273}">
      <dgm:prSet phldrT="[Text]"/>
      <dgm:spPr/>
      <dgm:t>
        <a:bodyPr/>
        <a:lstStyle/>
        <a:p>
          <a:r>
            <a:rPr lang="en-US">
              <a:latin typeface="+mj-lt"/>
              <a:cs typeface="Courier New" pitchFamily="49" charset="0"/>
            </a:rPr>
            <a:t>an immutable sequence</a:t>
          </a:r>
          <a:endParaRPr lang="en-US" u="none" dirty="0"/>
        </a:p>
      </dgm:t>
    </dgm:pt>
    <dgm:pt modelId="{27509B98-AB65-4B22-97EF-B1BD11A6F6E0}" type="parTrans" cxnId="{FA7C4736-8638-4219-9464-63FFC8992BE7}">
      <dgm:prSet/>
      <dgm:spPr/>
      <dgm:t>
        <a:bodyPr/>
        <a:lstStyle/>
        <a:p>
          <a:endParaRPr lang="en-US"/>
        </a:p>
      </dgm:t>
    </dgm:pt>
    <dgm:pt modelId="{06AE5980-5CC4-4145-9DE0-F30882CDE32A}" type="sibTrans" cxnId="{FA7C4736-8638-4219-9464-63FFC8992BE7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E75D4F1A-E54E-4DDB-A374-BC9037A6551C}" type="pres">
      <dgm:prSet presAssocID="{C111C18A-FD96-4E63-821A-54D70D8DC65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F2559F2-7CC9-4CE6-9AE7-E119FD65FDDF}" type="pres">
      <dgm:prSet presAssocID="{C111C18A-FD96-4E63-821A-54D70D8DC65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38BDB03-BF9E-4141-873E-C5D404EBE46F}" type="presOf" srcId="{4BB9198C-D9B5-445D-9A18-59AC75C604F5}" destId="{5F2559F2-7CC9-4CE6-9AE7-E119FD65FDDF}" srcOrd="0" destOrd="3" presId="urn:microsoft.com/office/officeart/2005/8/layout/vList2"/>
    <dgm:cxn modelId="{32BD962F-D1AD-49B7-9EEC-080E5A072DF7}" type="presOf" srcId="{763A4F9D-8987-4298-B6D7-01DCDE54DAEE}" destId="{5F2559F2-7CC9-4CE6-9AE7-E119FD65FDDF}" srcOrd="0" destOrd="9" presId="urn:microsoft.com/office/officeart/2005/8/layout/vList2"/>
    <dgm:cxn modelId="{C92D3D34-2EC5-43FE-86B4-41C702A75785}" srcId="{33851BE9-EC55-4C73-9E79-34188C0AD18F}" destId="{763A4F9D-8987-4298-B6D7-01DCDE54DAEE}" srcOrd="4" destOrd="0" parTransId="{3741C514-168A-49F5-945B-FF274CB0C90D}" sibTransId="{CAA85715-3D82-4B03-B798-23672DE872FA}"/>
    <dgm:cxn modelId="{FA7C4736-8638-4219-9464-63FFC8992BE7}" srcId="{C111C18A-FD96-4E63-821A-54D70D8DC65F}" destId="{BBDDABF3-B3B6-4BC4-B08D-F4DEBA435273}" srcOrd="0" destOrd="0" parTransId="{27509B98-AB65-4B22-97EF-B1BD11A6F6E0}" sibTransId="{06AE5980-5CC4-4145-9DE0-F30882CDE32A}"/>
    <dgm:cxn modelId="{83453F43-14D9-4E43-ACCF-BD5F8E41E24E}" type="presOf" srcId="{A88815F7-1846-49E0-A668-8D377BFD2631}" destId="{5F2559F2-7CC9-4CE6-9AE7-E119FD65FDDF}" srcOrd="0" destOrd="7" presId="urn:microsoft.com/office/officeart/2005/8/layout/vList2"/>
    <dgm:cxn modelId="{93AC5867-DFB3-462E-81DE-BE5EF085B09E}" srcId="{33851BE9-EC55-4C73-9E79-34188C0AD18F}" destId="{A88815F7-1846-49E0-A668-8D377BFD2631}" srcOrd="2" destOrd="0" parTransId="{3BBEEBD8-8ED6-4B66-803F-0966F590BA3F}" sibTransId="{43CFDDC8-EFD6-4A69-9326-128C3C8E6706}"/>
    <dgm:cxn modelId="{9AF7A449-A722-4EAA-BE01-D68E01946169}" type="presOf" srcId="{33851BE9-EC55-4C73-9E79-34188C0AD18F}" destId="{5F2559F2-7CC9-4CE6-9AE7-E119FD65FDDF}" srcOrd="0" destOrd="4" presId="urn:microsoft.com/office/officeart/2005/8/layout/vList2"/>
    <dgm:cxn modelId="{C22F854C-377E-4265-B4EF-284218F205C9}" srcId="{33851BE9-EC55-4C73-9E79-34188C0AD18F}" destId="{CCE46848-C8E3-4062-85B4-98E1803F7EF9}" srcOrd="1" destOrd="0" parTransId="{0902B390-CC1D-4B9C-806E-BE79A89CEB0E}" sibTransId="{B89E07F4-E5F6-448B-A7AB-4425F2AE23DB}"/>
    <dgm:cxn modelId="{120ADF6E-132A-461B-ABAD-7BAE554B500F}" type="presOf" srcId="{21BE7995-7C3E-4E47-97A0-43BF850B8119}" destId="{5F2559F2-7CC9-4CE6-9AE7-E119FD65FDDF}" srcOrd="0" destOrd="2" presId="urn:microsoft.com/office/officeart/2005/8/layout/vList2"/>
    <dgm:cxn modelId="{99866A51-31A7-43AE-9646-4338100E162A}" type="presOf" srcId="{90119837-5B71-4D44-BB01-DB0B084933C8}" destId="{ED5DCCC5-BCA8-4491-AA37-BAF153ECA184}" srcOrd="0" destOrd="0" presId="urn:microsoft.com/office/officeart/2005/8/layout/vList2"/>
    <dgm:cxn modelId="{FFD8B471-C98F-4DB5-8DE3-2AB7E896ADD5}" srcId="{90119837-5B71-4D44-BB01-DB0B084933C8}" destId="{C111C18A-FD96-4E63-821A-54D70D8DC65F}" srcOrd="0" destOrd="0" parTransId="{83BE74EF-FAB4-45A2-BBED-7CD5259AB210}" sibTransId="{B4F34DE2-2DAE-4F88-8C78-BD8892EBF4FF}"/>
    <dgm:cxn modelId="{AA4B0372-8506-4587-927C-F4EE0525BB5C}" type="presOf" srcId="{C111C18A-FD96-4E63-821A-54D70D8DC65F}" destId="{E75D4F1A-E54E-4DDB-A374-BC9037A6551C}" srcOrd="0" destOrd="0" presId="urn:microsoft.com/office/officeart/2005/8/layout/vList2"/>
    <dgm:cxn modelId="{41091E73-ECB5-4FA2-A93F-6C9B190EFD8C}" type="presOf" srcId="{CCE46848-C8E3-4062-85B4-98E1803F7EF9}" destId="{5F2559F2-7CC9-4CE6-9AE7-E119FD65FDDF}" srcOrd="0" destOrd="6" presId="urn:microsoft.com/office/officeart/2005/8/layout/vList2"/>
    <dgm:cxn modelId="{E571EA8F-3414-4AA5-8A22-C86DA7969EE0}" type="presOf" srcId="{869F238E-8D0C-4205-8345-813F67801257}" destId="{5F2559F2-7CC9-4CE6-9AE7-E119FD65FDDF}" srcOrd="0" destOrd="5" presId="urn:microsoft.com/office/officeart/2005/8/layout/vList2"/>
    <dgm:cxn modelId="{77C1F194-4AD2-43F5-887F-7F476BA804D8}" srcId="{C111C18A-FD96-4E63-821A-54D70D8DC65F}" destId="{4BB9198C-D9B5-445D-9A18-59AC75C604F5}" srcOrd="3" destOrd="0" parTransId="{470961B8-8899-4F9C-B8B6-7425685E9850}" sibTransId="{FEB12E04-6D9D-4F60-BBFA-2912B0C66728}"/>
    <dgm:cxn modelId="{15BE92B5-4076-456D-8072-D5BC8E5F4D73}" srcId="{C111C18A-FD96-4E63-821A-54D70D8DC65F}" destId="{33851BE9-EC55-4C73-9E79-34188C0AD18F}" srcOrd="4" destOrd="0" parTransId="{BEADB3B9-A800-4B37-85E5-74F39CAC25B8}" sibTransId="{CB152400-A13A-47A2-9FB1-C7F2417D2DE5}"/>
    <dgm:cxn modelId="{8647EEB5-0826-45AE-B79F-2337E4560456}" srcId="{C111C18A-FD96-4E63-821A-54D70D8DC65F}" destId="{21BE7995-7C3E-4E47-97A0-43BF850B8119}" srcOrd="2" destOrd="0" parTransId="{1DA43EA6-5B6C-44B6-96F9-FCE5F83C3BD9}" sibTransId="{9FA4A0A4-022F-4968-A586-E49A6836171E}"/>
    <dgm:cxn modelId="{D42CE5B9-9318-4610-9C91-897010C59C42}" srcId="{33851BE9-EC55-4C73-9E79-34188C0AD18F}" destId="{869F238E-8D0C-4205-8345-813F67801257}" srcOrd="0" destOrd="0" parTransId="{A640F77F-01AF-4F67-A1BD-941BBD8FDFEB}" sibTransId="{5BAA6B76-BA04-41EC-84D0-D7DA32F0B702}"/>
    <dgm:cxn modelId="{043732BE-2456-40F9-A639-266ABDF01542}" srcId="{C111C18A-FD96-4E63-821A-54D70D8DC65F}" destId="{FCC311D1-C34D-4CE3-8DA9-A8635C658B53}" srcOrd="1" destOrd="0" parTransId="{234D0EE4-58B4-4BB6-A089-DEF890A8F0F4}" sibTransId="{6CF64069-8ADC-422D-AA40-AE1244525973}"/>
    <dgm:cxn modelId="{0BE34CD3-F2D7-40A2-A60B-2BCDC030E121}" type="presOf" srcId="{FCC311D1-C34D-4CE3-8DA9-A8635C658B53}" destId="{5F2559F2-7CC9-4CE6-9AE7-E119FD65FDDF}" srcOrd="0" destOrd="1" presId="urn:microsoft.com/office/officeart/2005/8/layout/vList2"/>
    <dgm:cxn modelId="{D20AB9D8-6EC1-4D0C-B266-575534725F3B}" type="presOf" srcId="{BBDDABF3-B3B6-4BC4-B08D-F4DEBA435273}" destId="{5F2559F2-7CC9-4CE6-9AE7-E119FD65FDDF}" srcOrd="0" destOrd="0" presId="urn:microsoft.com/office/officeart/2005/8/layout/vList2"/>
    <dgm:cxn modelId="{58FFE6E0-9EC5-4422-BE1E-08CEFA0C155F}" type="presOf" srcId="{DAB1D790-6D3F-4D7B-B5C8-18421BDE51EC}" destId="{5F2559F2-7CC9-4CE6-9AE7-E119FD65FDDF}" srcOrd="0" destOrd="8" presId="urn:microsoft.com/office/officeart/2005/8/layout/vList2"/>
    <dgm:cxn modelId="{1E0BEFF9-4A1E-44A9-9975-D02E032FDE79}" srcId="{33851BE9-EC55-4C73-9E79-34188C0AD18F}" destId="{DAB1D790-6D3F-4D7B-B5C8-18421BDE51EC}" srcOrd="3" destOrd="0" parTransId="{33FD648E-B7AE-4098-BAF0-0EB76092B202}" sibTransId="{8479B547-28F4-465E-B537-D98985C39EB9}"/>
    <dgm:cxn modelId="{CF66448E-FC7D-45BF-A994-6119F8E8DDF3}" type="presParOf" srcId="{ED5DCCC5-BCA8-4491-AA37-BAF153ECA184}" destId="{E75D4F1A-E54E-4DDB-A374-BC9037A6551C}" srcOrd="0" destOrd="0" presId="urn:microsoft.com/office/officeart/2005/8/layout/vList2"/>
    <dgm:cxn modelId="{1CF7F364-AF07-4375-A052-D51BB713BBDE}" type="presParOf" srcId="{ED5DCCC5-BCA8-4491-AA37-BAF153ECA184}" destId="{5F2559F2-7CC9-4CE6-9AE7-E119FD65FD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b="0" i="0" dirty="0"/>
            <a:t>To access values in tuple</a:t>
          </a:r>
          <a:endParaRPr lang="en-US" u="none" dirty="0"/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E66ACBC5-48DC-441A-8083-A24EA142050E}">
      <dgm:prSet phldrT="[Text]"/>
      <dgm:spPr/>
      <dgm:t>
        <a:bodyPr/>
        <a:lstStyle/>
        <a:p>
          <a:r>
            <a:rPr lang="en-US" b="0" i="0"/>
            <a:t> use the square brackets for slicing along with the index or indices to obtain value available at that index</a:t>
          </a:r>
          <a:endParaRPr lang="en-US" u="none" dirty="0"/>
        </a:p>
      </dgm:t>
    </dgm:pt>
    <dgm:pt modelId="{567353FE-772F-4147-9764-C820E52FAA49}" type="parTrans" cxnId="{80CC8313-0392-420F-8C9B-3EC958D08F7B}">
      <dgm:prSet/>
      <dgm:spPr/>
      <dgm:t>
        <a:bodyPr/>
        <a:lstStyle/>
        <a:p>
          <a:endParaRPr lang="en-US"/>
        </a:p>
      </dgm:t>
    </dgm:pt>
    <dgm:pt modelId="{97795DC7-A653-4127-9E4C-BFAC28F2C29F}" type="sibTrans" cxnId="{80CC8313-0392-420F-8C9B-3EC958D08F7B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E75D4F1A-E54E-4DDB-A374-BC9037A6551C}" type="pres">
      <dgm:prSet presAssocID="{C111C18A-FD96-4E63-821A-54D70D8DC65F}" presName="parentText" presStyleLbl="node1" presStyleIdx="0" presStyleCnt="1" custLinFactNeighborX="4615" custLinFactNeighborY="-5557">
        <dgm:presLayoutVars>
          <dgm:chMax val="0"/>
          <dgm:bulletEnabled val="1"/>
        </dgm:presLayoutVars>
      </dgm:prSet>
      <dgm:spPr/>
    </dgm:pt>
    <dgm:pt modelId="{5F2559F2-7CC9-4CE6-9AE7-E119FD65FDDF}" type="pres">
      <dgm:prSet presAssocID="{C111C18A-FD96-4E63-821A-54D70D8DC65F}" presName="childText" presStyleLbl="revTx" presStyleIdx="0" presStyleCnt="1" custScaleY="221569">
        <dgm:presLayoutVars>
          <dgm:bulletEnabled val="1"/>
        </dgm:presLayoutVars>
      </dgm:prSet>
      <dgm:spPr/>
    </dgm:pt>
  </dgm:ptLst>
  <dgm:cxnLst>
    <dgm:cxn modelId="{80CC8313-0392-420F-8C9B-3EC958D08F7B}" srcId="{C111C18A-FD96-4E63-821A-54D70D8DC65F}" destId="{E66ACBC5-48DC-441A-8083-A24EA142050E}" srcOrd="0" destOrd="0" parTransId="{567353FE-772F-4147-9764-C820E52FAA49}" sibTransId="{97795DC7-A653-4127-9E4C-BFAC28F2C29F}"/>
    <dgm:cxn modelId="{FFD8B471-C98F-4DB5-8DE3-2AB7E896ADD5}" srcId="{90119837-5B71-4D44-BB01-DB0B084933C8}" destId="{C111C18A-FD96-4E63-821A-54D70D8DC65F}" srcOrd="0" destOrd="0" parTransId="{83BE74EF-FAB4-45A2-BBED-7CD5259AB210}" sibTransId="{B4F34DE2-2DAE-4F88-8C78-BD8892EBF4FF}"/>
    <dgm:cxn modelId="{0FCE2E7B-9015-40D0-B309-D1F0C0D87A57}" type="presOf" srcId="{E66ACBC5-48DC-441A-8083-A24EA142050E}" destId="{5F2559F2-7CC9-4CE6-9AE7-E119FD65FDDF}" srcOrd="0" destOrd="0" presId="urn:microsoft.com/office/officeart/2005/8/layout/vList2"/>
    <dgm:cxn modelId="{8E3B1DA2-501C-4BE7-9D80-14A52BF4D01E}" type="presOf" srcId="{90119837-5B71-4D44-BB01-DB0B084933C8}" destId="{ED5DCCC5-BCA8-4491-AA37-BAF153ECA184}" srcOrd="0" destOrd="0" presId="urn:microsoft.com/office/officeart/2005/8/layout/vList2"/>
    <dgm:cxn modelId="{65410EE1-9CCE-495E-A72D-3549FB01441D}" type="presOf" srcId="{C111C18A-FD96-4E63-821A-54D70D8DC65F}" destId="{E75D4F1A-E54E-4DDB-A374-BC9037A6551C}" srcOrd="0" destOrd="0" presId="urn:microsoft.com/office/officeart/2005/8/layout/vList2"/>
    <dgm:cxn modelId="{14324EC2-42C7-4339-BAE0-027DCCE969F6}" type="presParOf" srcId="{ED5DCCC5-BCA8-4491-AA37-BAF153ECA184}" destId="{E75D4F1A-E54E-4DDB-A374-BC9037A6551C}" srcOrd="0" destOrd="0" presId="urn:microsoft.com/office/officeart/2005/8/layout/vList2"/>
    <dgm:cxn modelId="{FD8240DC-E750-4E8A-8048-3F992C6E27F1}" type="presParOf" srcId="{ED5DCCC5-BCA8-4491-AA37-BAF153ECA184}" destId="{5F2559F2-7CC9-4CE6-9AE7-E119FD65FD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b="0" i="0"/>
            <a:t>Immutable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DB0E35D5-CC06-4772-B06F-C53CBB605D0C}">
      <dgm:prSet phldrT="[Text]"/>
      <dgm:spPr/>
      <dgm:t>
        <a:bodyPr/>
        <a:lstStyle/>
        <a:p>
          <a:r>
            <a:rPr lang="en-US" altLang="en-US"/>
            <a:t>Tuples do not support the methods</a:t>
          </a:r>
          <a:endParaRPr lang="en-US" u="none" dirty="0"/>
        </a:p>
      </dgm:t>
    </dgm:pt>
    <dgm:pt modelId="{4371B886-975B-4E1A-B8C2-AC22C4FE3F76}" type="parTrans" cxnId="{51C55F99-70AC-41AB-BE64-4A65CE34200E}">
      <dgm:prSet/>
      <dgm:spPr/>
      <dgm:t>
        <a:bodyPr/>
        <a:lstStyle/>
        <a:p>
          <a:endParaRPr lang="en-US"/>
        </a:p>
      </dgm:t>
    </dgm:pt>
    <dgm:pt modelId="{33242639-EE31-4EAE-812F-36FBAF899CA3}" type="sibTrans" cxnId="{51C55F99-70AC-41AB-BE64-4A65CE34200E}">
      <dgm:prSet/>
      <dgm:spPr/>
      <dgm:t>
        <a:bodyPr/>
        <a:lstStyle/>
        <a:p>
          <a:endParaRPr lang="en-US"/>
        </a:p>
      </dgm:t>
    </dgm:pt>
    <dgm:pt modelId="{51A783F1-051F-415C-BFBC-9C91E1579709}">
      <dgm:prSet/>
      <dgm:spPr/>
      <dgm:t>
        <a:bodyPr/>
        <a:lstStyle/>
        <a:p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append</a:t>
          </a:r>
        </a:p>
      </dgm:t>
    </dgm:pt>
    <dgm:pt modelId="{BE032097-E534-40E4-89BF-06AD2BA47AB6}" type="parTrans" cxnId="{0394673A-5DA8-4FA0-9083-1B10FE2BBC33}">
      <dgm:prSet/>
      <dgm:spPr/>
      <dgm:t>
        <a:bodyPr/>
        <a:lstStyle/>
        <a:p>
          <a:endParaRPr lang="en-US"/>
        </a:p>
      </dgm:t>
    </dgm:pt>
    <dgm:pt modelId="{8C4D2EDD-E12D-4442-9918-5A7FA7DDEC02}" type="sibTrans" cxnId="{0394673A-5DA8-4FA0-9083-1B10FE2BBC33}">
      <dgm:prSet/>
      <dgm:spPr/>
      <dgm:t>
        <a:bodyPr/>
        <a:lstStyle/>
        <a:p>
          <a:endParaRPr lang="en-US"/>
        </a:p>
      </dgm:t>
    </dgm:pt>
    <dgm:pt modelId="{800B1D1C-F4D8-481F-BC76-4925EF43D1DA}">
      <dgm:prSet/>
      <dgm:spPr/>
      <dgm:t>
        <a:bodyPr/>
        <a:lstStyle/>
        <a:p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remove</a:t>
          </a:r>
        </a:p>
      </dgm:t>
    </dgm:pt>
    <dgm:pt modelId="{FBCB303F-7FBF-4948-9497-9F5B220989CC}" type="parTrans" cxnId="{285E5C2B-CA72-4EF3-ABB0-7171105DF39F}">
      <dgm:prSet/>
      <dgm:spPr/>
      <dgm:t>
        <a:bodyPr/>
        <a:lstStyle/>
        <a:p>
          <a:endParaRPr lang="en-US"/>
        </a:p>
      </dgm:t>
    </dgm:pt>
    <dgm:pt modelId="{6DDA1DCA-441F-425D-A27E-E774F9C5D00B}" type="sibTrans" cxnId="{285E5C2B-CA72-4EF3-ABB0-7171105DF39F}">
      <dgm:prSet/>
      <dgm:spPr/>
      <dgm:t>
        <a:bodyPr/>
        <a:lstStyle/>
        <a:p>
          <a:endParaRPr lang="en-US"/>
        </a:p>
      </dgm:t>
    </dgm:pt>
    <dgm:pt modelId="{B2B96D77-5F6F-48BC-97AC-D97A84E44981}">
      <dgm:prSet/>
      <dgm:spPr/>
      <dgm:t>
        <a:bodyPr/>
        <a:lstStyle/>
        <a:p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insert</a:t>
          </a:r>
        </a:p>
      </dgm:t>
    </dgm:pt>
    <dgm:pt modelId="{57DC6117-A478-4BE3-A476-3D40B368D1F0}" type="parTrans" cxnId="{BC8678D0-F6F7-4038-9AAC-5608DE3F4706}">
      <dgm:prSet/>
      <dgm:spPr/>
      <dgm:t>
        <a:bodyPr/>
        <a:lstStyle/>
        <a:p>
          <a:endParaRPr lang="en-US"/>
        </a:p>
      </dgm:t>
    </dgm:pt>
    <dgm:pt modelId="{3C1FAC48-0890-4314-B583-12A7182EFAF6}" type="sibTrans" cxnId="{BC8678D0-F6F7-4038-9AAC-5608DE3F4706}">
      <dgm:prSet/>
      <dgm:spPr/>
      <dgm:t>
        <a:bodyPr/>
        <a:lstStyle/>
        <a:p>
          <a:endParaRPr lang="en-US"/>
        </a:p>
      </dgm:t>
    </dgm:pt>
    <dgm:pt modelId="{F220E5D2-74FB-4ABC-ABBB-E4DB1BD6AB05}">
      <dgm:prSet/>
      <dgm:spPr/>
      <dgm:t>
        <a:bodyPr/>
        <a:lstStyle/>
        <a:p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reverse</a:t>
          </a:r>
        </a:p>
      </dgm:t>
    </dgm:pt>
    <dgm:pt modelId="{8310E8E7-864A-42D4-9E3A-BC77FEA0EF5E}" type="parTrans" cxnId="{942E21CE-B6A9-4013-B67F-D1089F7DD3B0}">
      <dgm:prSet/>
      <dgm:spPr/>
      <dgm:t>
        <a:bodyPr/>
        <a:lstStyle/>
        <a:p>
          <a:endParaRPr lang="en-US"/>
        </a:p>
      </dgm:t>
    </dgm:pt>
    <dgm:pt modelId="{B7F9D595-222C-46FD-AABC-14C068FB00B3}" type="sibTrans" cxnId="{942E21CE-B6A9-4013-B67F-D1089F7DD3B0}">
      <dgm:prSet/>
      <dgm:spPr/>
      <dgm:t>
        <a:bodyPr/>
        <a:lstStyle/>
        <a:p>
          <a:endParaRPr lang="en-US"/>
        </a:p>
      </dgm:t>
    </dgm:pt>
    <dgm:pt modelId="{8C99AE61-585A-4F0B-BCA9-44BA738F8233}">
      <dgm:prSet/>
      <dgm:spPr/>
      <dgm:t>
        <a:bodyPr/>
        <a:lstStyle/>
        <a:p>
          <a:r>
            <a:rPr lang="en-US" altLang="en-US" dirty="0">
              <a:latin typeface="Courier New" panose="02070309020205020404" pitchFamily="49" charset="0"/>
              <a:cs typeface="Courier New" panose="02070309020205020404" pitchFamily="49" charset="0"/>
            </a:rPr>
            <a:t>Sort</a:t>
          </a:r>
        </a:p>
      </dgm:t>
    </dgm:pt>
    <dgm:pt modelId="{28920E2C-F66E-4DF8-9D7A-09782025B3DC}" type="parTrans" cxnId="{6BC5CC01-0BDE-46A3-919F-4F571EE266E8}">
      <dgm:prSet/>
      <dgm:spPr/>
      <dgm:t>
        <a:bodyPr/>
        <a:lstStyle/>
        <a:p>
          <a:endParaRPr lang="en-US"/>
        </a:p>
      </dgm:t>
    </dgm:pt>
    <dgm:pt modelId="{5CEEF45A-9CA6-4804-8197-222768BCC678}" type="sibTrans" cxnId="{6BC5CC01-0BDE-46A3-919F-4F571EE266E8}">
      <dgm:prSet/>
      <dgm:spPr/>
      <dgm:t>
        <a:bodyPr/>
        <a:lstStyle/>
        <a:p>
          <a:endParaRPr lang="en-US"/>
        </a:p>
      </dgm:t>
    </dgm:pt>
    <dgm:pt modelId="{21D65EE5-0736-4F6A-8954-13D92AE9F62E}">
      <dgm:prSet phldrT="[Text]"/>
      <dgm:spPr/>
      <dgm:t>
        <a:bodyPr/>
        <a:lstStyle/>
        <a:p>
          <a:r>
            <a:rPr lang="en-US" b="0" i="0"/>
            <a:t>which means you cannot update or change the values of tuple elements</a:t>
          </a:r>
          <a:endParaRPr lang="en-US" u="none" dirty="0"/>
        </a:p>
      </dgm:t>
    </dgm:pt>
    <dgm:pt modelId="{D16E1AD6-DC87-4F4E-BE00-33E9A28B6E41}" type="parTrans" cxnId="{8FE9441D-8B4E-4D37-A4DA-AB44340AABAB}">
      <dgm:prSet/>
      <dgm:spPr/>
      <dgm:t>
        <a:bodyPr/>
        <a:lstStyle/>
        <a:p>
          <a:endParaRPr lang="en-US"/>
        </a:p>
      </dgm:t>
    </dgm:pt>
    <dgm:pt modelId="{2A3BFA10-67C1-4479-8CD0-16F660DE0D95}" type="sibTrans" cxnId="{8FE9441D-8B4E-4D37-A4DA-AB44340AABAB}">
      <dgm:prSet/>
      <dgm:spPr/>
      <dgm:t>
        <a:bodyPr/>
        <a:lstStyle/>
        <a:p>
          <a:endParaRPr lang="en-US"/>
        </a:p>
      </dgm:t>
    </dgm:pt>
    <dgm:pt modelId="{9CC64563-7BFB-4239-B5F5-CF91826E16E3}">
      <dgm:prSet/>
      <dgm:spPr/>
      <dgm:t>
        <a:bodyPr/>
        <a:lstStyle/>
        <a:p>
          <a:r>
            <a:rPr lang="en-US" b="0" i="0"/>
            <a:t>You are able to take portions of existing tuples to create new tuples</a:t>
          </a:r>
          <a:endParaRPr lang="en-US" alt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26270133-6AFD-4D41-87EE-1BA7955EC97A}" type="parTrans" cxnId="{3FE1DA0C-98F4-4DC9-AD42-C6321C31D3C0}">
      <dgm:prSet/>
      <dgm:spPr/>
      <dgm:t>
        <a:bodyPr/>
        <a:lstStyle/>
        <a:p>
          <a:endParaRPr lang="en-US"/>
        </a:p>
      </dgm:t>
    </dgm:pt>
    <dgm:pt modelId="{745DB3A9-920A-43DD-8272-C49F6392784A}" type="sibTrans" cxnId="{3FE1DA0C-98F4-4DC9-AD42-C6321C31D3C0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2">
        <dgm:presLayoutVars>
          <dgm:bulletEnabled val="1"/>
        </dgm:presLayoutVars>
      </dgm:prSet>
      <dgm:spPr/>
    </dgm:pt>
    <dgm:pt modelId="{AFF06C35-66B4-435E-A414-62B30C54C99A}" type="pres">
      <dgm:prSet presAssocID="{DB0E35D5-CC06-4772-B06F-C53CBB605D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FE34E5C-5456-4B1C-8D1F-8EB82BE64E4A}" type="pres">
      <dgm:prSet presAssocID="{DB0E35D5-CC06-4772-B06F-C53CBB605D0C}" presName="childText" presStyleLbl="revTx" presStyleIdx="1" presStyleCnt="2">
        <dgm:presLayoutVars>
          <dgm:bulletEnabled val="1"/>
        </dgm:presLayoutVars>
      </dgm:prSet>
      <dgm:spPr/>
    </dgm:pt>
    <dgm:pt modelId="{85F3007D-544A-4B82-BD97-284C36112C04}" type="pres">
      <dgm:prSet presAssocID="{9CC64563-7BFB-4239-B5F5-CF91826E16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BC5CC01-0BDE-46A3-919F-4F571EE266E8}" srcId="{DB0E35D5-CC06-4772-B06F-C53CBB605D0C}" destId="{8C99AE61-585A-4F0B-BCA9-44BA738F8233}" srcOrd="4" destOrd="0" parTransId="{28920E2C-F66E-4DF8-9D7A-09782025B3DC}" sibTransId="{5CEEF45A-9CA6-4804-8197-222768BCC678}"/>
    <dgm:cxn modelId="{3FE1DA0C-98F4-4DC9-AD42-C6321C31D3C0}" srcId="{90119837-5B71-4D44-BB01-DB0B084933C8}" destId="{9CC64563-7BFB-4239-B5F5-CF91826E16E3}" srcOrd="2" destOrd="0" parTransId="{26270133-6AFD-4D41-87EE-1BA7955EC97A}" sibTransId="{745DB3A9-920A-43DD-8272-C49F6392784A}"/>
    <dgm:cxn modelId="{8FE9441D-8B4E-4D37-A4DA-AB44340AABAB}" srcId="{296FD401-3635-4595-BF57-8D5A793C66FA}" destId="{21D65EE5-0736-4F6A-8954-13D92AE9F62E}" srcOrd="0" destOrd="0" parTransId="{D16E1AD6-DC87-4F4E-BE00-33E9A28B6E41}" sibTransId="{2A3BFA10-67C1-4479-8CD0-16F660DE0D95}"/>
    <dgm:cxn modelId="{285E5C2B-CA72-4EF3-ABB0-7171105DF39F}" srcId="{DB0E35D5-CC06-4772-B06F-C53CBB605D0C}" destId="{800B1D1C-F4D8-481F-BC76-4925EF43D1DA}" srcOrd="1" destOrd="0" parTransId="{FBCB303F-7FBF-4948-9497-9F5B220989CC}" sibTransId="{6DDA1DCA-441F-425D-A27E-E774F9C5D00B}"/>
    <dgm:cxn modelId="{0394673A-5DA8-4FA0-9083-1B10FE2BBC33}" srcId="{DB0E35D5-CC06-4772-B06F-C53CBB605D0C}" destId="{51A783F1-051F-415C-BFBC-9C91E1579709}" srcOrd="0" destOrd="0" parTransId="{BE032097-E534-40E4-89BF-06AD2BA47AB6}" sibTransId="{8C4D2EDD-E12D-4442-9918-5A7FA7DDEC02}"/>
    <dgm:cxn modelId="{1D1B003B-B96F-4371-9225-BB218F0CA18C}" type="presOf" srcId="{DB0E35D5-CC06-4772-B06F-C53CBB605D0C}" destId="{AFF06C35-66B4-435E-A414-62B30C54C99A}" srcOrd="0" destOrd="0" presId="urn:microsoft.com/office/officeart/2005/8/layout/vList2"/>
    <dgm:cxn modelId="{1428103E-5956-4650-B86A-614D06FE07BF}" type="presOf" srcId="{90119837-5B71-4D44-BB01-DB0B084933C8}" destId="{ED5DCCC5-BCA8-4491-AA37-BAF153ECA184}" srcOrd="0" destOrd="0" presId="urn:microsoft.com/office/officeart/2005/8/layout/vList2"/>
    <dgm:cxn modelId="{CEC46066-8E5C-4C19-9EFE-1B83DDDAC1BB}" type="presOf" srcId="{296FD401-3635-4595-BF57-8D5A793C66FA}" destId="{DD55324C-F873-4A1A-98BF-6A4803395D14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3B68AA4C-85B3-4641-A184-5DA10F065ED5}" type="presOf" srcId="{21D65EE5-0736-4F6A-8954-13D92AE9F62E}" destId="{E41EC0C4-A466-4CB6-BEAE-C329D4D5715E}" srcOrd="0" destOrd="0" presId="urn:microsoft.com/office/officeart/2005/8/layout/vList2"/>
    <dgm:cxn modelId="{6105D450-7146-475C-97BB-CD3AC16DEA25}" type="presOf" srcId="{800B1D1C-F4D8-481F-BC76-4925EF43D1DA}" destId="{DFE34E5C-5456-4B1C-8D1F-8EB82BE64E4A}" srcOrd="0" destOrd="1" presId="urn:microsoft.com/office/officeart/2005/8/layout/vList2"/>
    <dgm:cxn modelId="{59E16F79-D6F7-4AED-B964-FEA3927EC984}" type="presOf" srcId="{8C99AE61-585A-4F0B-BCA9-44BA738F8233}" destId="{DFE34E5C-5456-4B1C-8D1F-8EB82BE64E4A}" srcOrd="0" destOrd="4" presId="urn:microsoft.com/office/officeart/2005/8/layout/vList2"/>
    <dgm:cxn modelId="{80124584-1952-4AB3-9FA0-23BADEF787E4}" type="presOf" srcId="{51A783F1-051F-415C-BFBC-9C91E1579709}" destId="{DFE34E5C-5456-4B1C-8D1F-8EB82BE64E4A}" srcOrd="0" destOrd="0" presId="urn:microsoft.com/office/officeart/2005/8/layout/vList2"/>
    <dgm:cxn modelId="{51C55F99-70AC-41AB-BE64-4A65CE34200E}" srcId="{90119837-5B71-4D44-BB01-DB0B084933C8}" destId="{DB0E35D5-CC06-4772-B06F-C53CBB605D0C}" srcOrd="1" destOrd="0" parTransId="{4371B886-975B-4E1A-B8C2-AC22C4FE3F76}" sibTransId="{33242639-EE31-4EAE-812F-36FBAF899CA3}"/>
    <dgm:cxn modelId="{6B7DF8A9-D3B7-41CA-805E-E54DF7305EB6}" type="presOf" srcId="{F220E5D2-74FB-4ABC-ABBB-E4DB1BD6AB05}" destId="{DFE34E5C-5456-4B1C-8D1F-8EB82BE64E4A}" srcOrd="0" destOrd="3" presId="urn:microsoft.com/office/officeart/2005/8/layout/vList2"/>
    <dgm:cxn modelId="{9A87D0AA-4A38-4D53-B0F4-03C489EE1B38}" type="presOf" srcId="{B2B96D77-5F6F-48BC-97AC-D97A84E44981}" destId="{DFE34E5C-5456-4B1C-8D1F-8EB82BE64E4A}" srcOrd="0" destOrd="2" presId="urn:microsoft.com/office/officeart/2005/8/layout/vList2"/>
    <dgm:cxn modelId="{76B2F3BE-F63A-4194-8A06-B8D284318AFE}" type="presOf" srcId="{9CC64563-7BFB-4239-B5F5-CF91826E16E3}" destId="{85F3007D-544A-4B82-BD97-284C36112C04}" srcOrd="0" destOrd="0" presId="urn:microsoft.com/office/officeart/2005/8/layout/vList2"/>
    <dgm:cxn modelId="{942E21CE-B6A9-4013-B67F-D1089F7DD3B0}" srcId="{DB0E35D5-CC06-4772-B06F-C53CBB605D0C}" destId="{F220E5D2-74FB-4ABC-ABBB-E4DB1BD6AB05}" srcOrd="3" destOrd="0" parTransId="{8310E8E7-864A-42D4-9E3A-BC77FEA0EF5E}" sibTransId="{B7F9D595-222C-46FD-AABC-14C068FB00B3}"/>
    <dgm:cxn modelId="{BC8678D0-F6F7-4038-9AAC-5608DE3F4706}" srcId="{DB0E35D5-CC06-4772-B06F-C53CBB605D0C}" destId="{B2B96D77-5F6F-48BC-97AC-D97A84E44981}" srcOrd="2" destOrd="0" parTransId="{57DC6117-A478-4BE3-A476-3D40B368D1F0}" sibTransId="{3C1FAC48-0890-4314-B583-12A7182EFAF6}"/>
    <dgm:cxn modelId="{4B7E2439-B2E0-4E6A-AE80-1DC592FE6536}" type="presParOf" srcId="{ED5DCCC5-BCA8-4491-AA37-BAF153ECA184}" destId="{DD55324C-F873-4A1A-98BF-6A4803395D14}" srcOrd="0" destOrd="0" presId="urn:microsoft.com/office/officeart/2005/8/layout/vList2"/>
    <dgm:cxn modelId="{5CDCC58C-888F-4E99-BB85-F70593AA79C0}" type="presParOf" srcId="{ED5DCCC5-BCA8-4491-AA37-BAF153ECA184}" destId="{E41EC0C4-A466-4CB6-BEAE-C329D4D5715E}" srcOrd="1" destOrd="0" presId="urn:microsoft.com/office/officeart/2005/8/layout/vList2"/>
    <dgm:cxn modelId="{860592A7-6CCF-4E97-B2CF-07C69828B284}" type="presParOf" srcId="{ED5DCCC5-BCA8-4491-AA37-BAF153ECA184}" destId="{AFF06C35-66B4-435E-A414-62B30C54C99A}" srcOrd="2" destOrd="0" presId="urn:microsoft.com/office/officeart/2005/8/layout/vList2"/>
    <dgm:cxn modelId="{DC5FE479-832E-4BBA-990F-C636919C02AA}" type="presParOf" srcId="{ED5DCCC5-BCA8-4491-AA37-BAF153ECA184}" destId="{DFE34E5C-5456-4B1C-8D1F-8EB82BE64E4A}" srcOrd="3" destOrd="0" presId="urn:microsoft.com/office/officeart/2005/8/layout/vList2"/>
    <dgm:cxn modelId="{E0838A5A-9A46-46AC-B01B-EF847B111812}" type="presParOf" srcId="{ED5DCCC5-BCA8-4491-AA37-BAF153ECA184}" destId="{85F3007D-544A-4B82-BD97-284C36112C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5A6F53E-486B-4DB2-A124-618F1E6057E0}" type="presOf" srcId="{90119837-5B71-4D44-BB01-DB0B084933C8}" destId="{ED5DCCC5-BCA8-4491-AA37-BAF153ECA18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del </a:t>
          </a:r>
          <a:r>
            <a:rPr lang="en-US" u="none" dirty="0">
              <a:latin typeface="+mj-lt"/>
              <a:cs typeface="Courier New" pitchFamily="49" charset="0"/>
            </a:rPr>
            <a:t>statement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551E682D-8A7D-47B8-ADCB-A9E22AF00114}">
      <dgm:prSet phldrT="[Text]"/>
      <dgm:spPr/>
      <dgm:t>
        <a:bodyPr/>
        <a:lstStyle/>
        <a:p>
          <a:r>
            <a:rPr lang="en-US" b="0" i="0" dirty="0"/>
            <a:t>Removing individual tuple elements is not possible. </a:t>
          </a:r>
          <a:endParaRPr lang="en-US" u="none" dirty="0"/>
        </a:p>
      </dgm:t>
    </dgm:pt>
    <dgm:pt modelId="{E59C45C8-28CB-46DF-AE76-34F82A8D754B}" type="parTrans" cxnId="{415D7E79-4110-4DD6-A4F9-8C802FFF3CE9}">
      <dgm:prSet/>
      <dgm:spPr/>
      <dgm:t>
        <a:bodyPr/>
        <a:lstStyle/>
        <a:p>
          <a:endParaRPr lang="en-US"/>
        </a:p>
      </dgm:t>
    </dgm:pt>
    <dgm:pt modelId="{A99479D4-5BF0-4DE4-BF98-7572654C8CCF}" type="sibTrans" cxnId="{415D7E79-4110-4DD6-A4F9-8C802FFF3CE9}">
      <dgm:prSet/>
      <dgm:spPr/>
      <dgm:t>
        <a:bodyPr/>
        <a:lstStyle/>
        <a:p>
          <a:endParaRPr lang="en-US"/>
        </a:p>
      </dgm:t>
    </dgm:pt>
    <dgm:pt modelId="{1426F60F-F721-48D9-8256-74485DB33B17}">
      <dgm:prSet/>
      <dgm:spPr/>
      <dgm:t>
        <a:bodyPr/>
        <a:lstStyle/>
        <a:p>
          <a:r>
            <a:rPr lang="en-US" b="0" i="0" dirty="0"/>
            <a:t>To explicitly remove an entire tuple, just use the </a:t>
          </a:r>
          <a:r>
            <a:rPr lang="en-US" b="1" i="0" dirty="0"/>
            <a:t>del</a:t>
          </a:r>
          <a:r>
            <a:rPr lang="en-US" b="0" i="0" dirty="0"/>
            <a:t> statement</a:t>
          </a:r>
        </a:p>
      </dgm:t>
    </dgm:pt>
    <dgm:pt modelId="{07C05314-D7EA-41CA-98E2-CF9BC6DA09CD}" type="parTrans" cxnId="{E298745D-6882-4023-9961-0CD7A1B30FBB}">
      <dgm:prSet/>
      <dgm:spPr/>
      <dgm:t>
        <a:bodyPr/>
        <a:lstStyle/>
        <a:p>
          <a:endParaRPr lang="en-US"/>
        </a:p>
      </dgm:t>
    </dgm:pt>
    <dgm:pt modelId="{F788541C-AE01-4B7B-B72E-3BF865761AD2}" type="sibTrans" cxnId="{E298745D-6882-4023-9961-0CD7A1B30FBB}">
      <dgm:prSet/>
      <dgm:spPr/>
      <dgm:t>
        <a:bodyPr/>
        <a:lstStyle/>
        <a:p>
          <a:endParaRPr lang="en-US"/>
        </a:p>
      </dgm:t>
    </dgm:pt>
    <dgm:pt modelId="{F443BD3B-36B4-40D4-AB60-763CBC0092FE}">
      <dgm:prSet phldrT="[Text]"/>
      <dgm:spPr/>
      <dgm:t>
        <a:bodyPr/>
        <a:lstStyle/>
        <a:p>
          <a:r>
            <a:rPr lang="en-US" b="0" i="0"/>
            <a:t>There is nothing wrong with putting together another tuple with the undesired elements discarded.</a:t>
          </a:r>
          <a:endParaRPr lang="en-US" u="none" dirty="0"/>
        </a:p>
      </dgm:t>
    </dgm:pt>
    <dgm:pt modelId="{0B42BD56-7068-49AC-BCC8-395689590592}" type="parTrans" cxnId="{F08D8F2E-979A-41BC-9777-B745CC0AFB7D}">
      <dgm:prSet/>
      <dgm:spPr/>
      <dgm:t>
        <a:bodyPr/>
        <a:lstStyle/>
        <a:p>
          <a:endParaRPr lang="en-US"/>
        </a:p>
      </dgm:t>
    </dgm:pt>
    <dgm:pt modelId="{FB5C7F9D-5289-4305-A75C-52451BD6D067}" type="sibTrans" cxnId="{F08D8F2E-979A-41BC-9777-B745CC0AFB7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EB7D888-4155-4432-B7F3-CC26192DA34C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F1A0B03-B83F-4734-953F-EE1ABA56ED0A}" type="presOf" srcId="{296FD401-3635-4595-BF57-8D5A793C66FA}" destId="{DD55324C-F873-4A1A-98BF-6A4803395D14}" srcOrd="0" destOrd="0" presId="urn:microsoft.com/office/officeart/2005/8/layout/vList2"/>
    <dgm:cxn modelId="{92C4C605-BDA3-469A-A4D3-0515864E24CD}" type="presOf" srcId="{F443BD3B-36B4-40D4-AB60-763CBC0092FE}" destId="{4EB7D888-4155-4432-B7F3-CC26192DA34C}" srcOrd="0" destOrd="1" presId="urn:microsoft.com/office/officeart/2005/8/layout/vList2"/>
    <dgm:cxn modelId="{F08D8F2E-979A-41BC-9777-B745CC0AFB7D}" srcId="{296FD401-3635-4595-BF57-8D5A793C66FA}" destId="{F443BD3B-36B4-40D4-AB60-763CBC0092FE}" srcOrd="1" destOrd="0" parTransId="{0B42BD56-7068-49AC-BCC8-395689590592}" sibTransId="{FB5C7F9D-5289-4305-A75C-52451BD6D067}"/>
    <dgm:cxn modelId="{E298745D-6882-4023-9961-0CD7A1B30FBB}" srcId="{296FD401-3635-4595-BF57-8D5A793C66FA}" destId="{1426F60F-F721-48D9-8256-74485DB33B17}" srcOrd="2" destOrd="0" parTransId="{07C05314-D7EA-41CA-98E2-CF9BC6DA09CD}" sibTransId="{F788541C-AE01-4B7B-B72E-3BF865761AD2}"/>
    <dgm:cxn modelId="{13D06E66-24B1-45C1-A462-9BEEA1050F8C}" type="presOf" srcId="{1426F60F-F721-48D9-8256-74485DB33B17}" destId="{4EB7D888-4155-4432-B7F3-CC26192DA34C}" srcOrd="0" destOrd="2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415D7E79-4110-4DD6-A4F9-8C802FFF3CE9}" srcId="{296FD401-3635-4595-BF57-8D5A793C66FA}" destId="{551E682D-8A7D-47B8-ADCB-A9E22AF00114}" srcOrd="0" destOrd="0" parTransId="{E59C45C8-28CB-46DF-AE76-34F82A8D754B}" sibTransId="{A99479D4-5BF0-4DE4-BF98-7572654C8CCF}"/>
    <dgm:cxn modelId="{494359EF-C52F-4811-B706-F1B738D91EAD}" type="presOf" srcId="{551E682D-8A7D-47B8-ADCB-A9E22AF00114}" destId="{4EB7D888-4155-4432-B7F3-CC26192DA34C}" srcOrd="0" destOrd="0" presId="urn:microsoft.com/office/officeart/2005/8/layout/vList2"/>
    <dgm:cxn modelId="{F482E9FB-7FAD-4BC1-B694-EBBED48FFA66}" type="presOf" srcId="{90119837-5B71-4D44-BB01-DB0B084933C8}" destId="{ED5DCCC5-BCA8-4491-AA37-BAF153ECA184}" srcOrd="0" destOrd="0" presId="urn:microsoft.com/office/officeart/2005/8/layout/vList2"/>
    <dgm:cxn modelId="{599593D3-D6B7-4CF4-A2E8-C431A36EDE30}" type="presParOf" srcId="{ED5DCCC5-BCA8-4491-AA37-BAF153ECA184}" destId="{DD55324C-F873-4A1A-98BF-6A4803395D14}" srcOrd="0" destOrd="0" presId="urn:microsoft.com/office/officeart/2005/8/layout/vList2"/>
    <dgm:cxn modelId="{02BC6485-5030-4AF3-BCAA-95D50BF3A2C3}" type="presParOf" srcId="{ED5DCCC5-BCA8-4491-AA37-BAF153ECA184}" destId="{4EB7D888-4155-4432-B7F3-CC26192DA34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u="none"/>
            <a:t>Concatenate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A1607713-9BD4-4290-BC9C-AE2CE97759D0}">
      <dgm:prSet/>
      <dgm:spPr/>
      <dgm:t>
        <a:bodyPr/>
        <a:lstStyle/>
        <a:p>
          <a:r>
            <a:rPr lang="en-US" dirty="0"/>
            <a:t>The + operator can be used to concatenate two lists</a:t>
          </a:r>
        </a:p>
      </dgm:t>
    </dgm:pt>
    <dgm:pt modelId="{4F2D1C5F-9CC3-473A-AA54-4E104536A642}" type="parTrans" cxnId="{68968F62-9A7C-4926-B466-80B08C0205A8}">
      <dgm:prSet/>
      <dgm:spPr/>
      <dgm:t>
        <a:bodyPr/>
        <a:lstStyle/>
        <a:p>
          <a:endParaRPr lang="en-US"/>
        </a:p>
      </dgm:t>
    </dgm:pt>
    <dgm:pt modelId="{5CC7C8F3-941F-4412-92DA-83BB9B350718}" type="sibTrans" cxnId="{68968F62-9A7C-4926-B466-80B08C0205A8}">
      <dgm:prSet/>
      <dgm:spPr/>
      <dgm:t>
        <a:bodyPr/>
        <a:lstStyle/>
        <a:p>
          <a:endParaRPr lang="en-US"/>
        </a:p>
      </dgm:t>
    </dgm:pt>
    <dgm:pt modelId="{D968E719-5454-4E66-8767-E4A2409C284B}">
      <dgm:prSet/>
      <dgm:spPr/>
      <dgm:t>
        <a:bodyPr/>
        <a:lstStyle/>
        <a:p>
          <a:r>
            <a:rPr lang="en-US" dirty="0"/>
            <a:t>Cannot concatenate a list with another data type, such as a number</a:t>
          </a:r>
        </a:p>
      </dgm:t>
    </dgm:pt>
    <dgm:pt modelId="{F0504C9F-F1D4-40E0-BCE5-FCCF4E0411AF}" type="parTrans" cxnId="{D03B81D6-151C-4A93-B01D-2032734B88BB}">
      <dgm:prSet/>
      <dgm:spPr/>
      <dgm:t>
        <a:bodyPr/>
        <a:lstStyle/>
        <a:p>
          <a:endParaRPr lang="en-US"/>
        </a:p>
      </dgm:t>
    </dgm:pt>
    <dgm:pt modelId="{358FF72B-326B-4F2C-9C06-FB90EBA3047C}" type="sibTrans" cxnId="{D03B81D6-151C-4A93-B01D-2032734B88BB}">
      <dgm:prSet/>
      <dgm:spPr/>
      <dgm:t>
        <a:bodyPr/>
        <a:lstStyle/>
        <a:p>
          <a:endParaRPr lang="en-US"/>
        </a:p>
      </dgm:t>
    </dgm:pt>
    <dgm:pt modelId="{C32BC59E-18C5-4C57-814C-6BF6FE07F4C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The += augmented assignment operator can also be used to concatenate lists</a:t>
          </a:r>
          <a:endParaRPr lang="he-IL" dirty="0">
            <a:latin typeface="+mj-lt"/>
            <a:cs typeface="Courier New" pitchFamily="49" charset="0"/>
          </a:endParaRPr>
        </a:p>
      </dgm:t>
    </dgm:pt>
    <dgm:pt modelId="{D86D1C2B-FC35-4CC2-AD59-56344CF1E701}" type="parTrans" cxnId="{FB9E83BD-D7C7-4A16-BEEB-A9548841367E}">
      <dgm:prSet/>
      <dgm:spPr/>
      <dgm:t>
        <a:bodyPr/>
        <a:lstStyle/>
        <a:p>
          <a:endParaRPr lang="en-US"/>
        </a:p>
      </dgm:t>
    </dgm:pt>
    <dgm:pt modelId="{70F1406B-3F6E-4A64-AFAC-151B8E37ADDF}" type="sibTrans" cxnId="{FB9E83BD-D7C7-4A16-BEEB-A9548841367E}">
      <dgm:prSet/>
      <dgm:spPr/>
      <dgm:t>
        <a:bodyPr/>
        <a:lstStyle/>
        <a:p>
          <a:endParaRPr lang="en-US"/>
        </a:p>
      </dgm:t>
    </dgm:pt>
    <dgm:pt modelId="{9D958C57-412F-4FAA-8D2D-AFBA83900FC0}">
      <dgm:prSet phldrT="[Text]"/>
      <dgm:spPr/>
      <dgm:t>
        <a:bodyPr/>
        <a:lstStyle/>
        <a:p>
          <a:r>
            <a:rPr lang="en-US"/>
            <a:t>join two things together </a:t>
          </a:r>
          <a:endParaRPr lang="en-US" u="none" dirty="0"/>
        </a:p>
      </dgm:t>
    </dgm:pt>
    <dgm:pt modelId="{2151B679-411A-4647-BEFA-6DC8813B7A28}" type="parTrans" cxnId="{060A56FD-51D7-4669-A321-6EBF3A2CA8A2}">
      <dgm:prSet/>
      <dgm:spPr/>
      <dgm:t>
        <a:bodyPr/>
        <a:lstStyle/>
        <a:p>
          <a:endParaRPr lang="en-US"/>
        </a:p>
      </dgm:t>
    </dgm:pt>
    <dgm:pt modelId="{1B2AFCE0-7022-4F3B-B4D1-9D8677FBF8B2}" type="sibTrans" cxnId="{060A56FD-51D7-4669-A321-6EBF3A2CA8A2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2">
        <dgm:presLayoutVars>
          <dgm:bulletEnabled val="1"/>
        </dgm:presLayoutVars>
      </dgm:prSet>
      <dgm:spPr/>
    </dgm:pt>
    <dgm:pt modelId="{CEDB7C57-CBAE-47E6-B2A4-D59AECFA37CE}" type="pres">
      <dgm:prSet presAssocID="{A1607713-9BD4-4290-BC9C-AE2CE97759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A00311-4AE1-4710-B061-09AEAE5D5A76}" type="pres">
      <dgm:prSet presAssocID="{A1607713-9BD4-4290-BC9C-AE2CE97759D0}" presName="childText" presStyleLbl="revTx" presStyleIdx="1" presStyleCnt="2">
        <dgm:presLayoutVars>
          <dgm:bulletEnabled val="1"/>
        </dgm:presLayoutVars>
      </dgm:prSet>
      <dgm:spPr/>
    </dgm:pt>
    <dgm:pt modelId="{F3844339-EF2E-4092-BB38-BC6DA6E82203}" type="pres">
      <dgm:prSet presAssocID="{C32BC59E-18C5-4C57-814C-6BF6FE07F4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169F03-E0C1-46CD-B9DA-62C487A588F9}" type="presOf" srcId="{A1607713-9BD4-4290-BC9C-AE2CE97759D0}" destId="{CEDB7C57-CBAE-47E6-B2A4-D59AECFA37CE}" srcOrd="0" destOrd="0" presId="urn:microsoft.com/office/officeart/2005/8/layout/vList2"/>
    <dgm:cxn modelId="{68968F62-9A7C-4926-B466-80B08C0205A8}" srcId="{90119837-5B71-4D44-BB01-DB0B084933C8}" destId="{A1607713-9BD4-4290-BC9C-AE2CE97759D0}" srcOrd="1" destOrd="0" parTransId="{4F2D1C5F-9CC3-473A-AA54-4E104536A642}" sibTransId="{5CC7C8F3-941F-4412-92DA-83BB9B350718}"/>
    <dgm:cxn modelId="{D8986848-FA2C-4260-B9AE-307048B1ABAC}" type="presOf" srcId="{C32BC59E-18C5-4C57-814C-6BF6FE07F4C6}" destId="{F3844339-EF2E-4092-BB38-BC6DA6E82203}" srcOrd="0" destOrd="0" presId="urn:microsoft.com/office/officeart/2005/8/layout/vList2"/>
    <dgm:cxn modelId="{B8AABE49-A62F-4E92-B5C4-1BD3963D55B7}" type="presOf" srcId="{D968E719-5454-4E66-8767-E4A2409C284B}" destId="{F5A00311-4AE1-4710-B061-09AEAE5D5A76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1996034A-E0AB-40CA-B9C6-CFD854603D05}" type="presOf" srcId="{296FD401-3635-4595-BF57-8D5A793C66FA}" destId="{DD55324C-F873-4A1A-98BF-6A4803395D14}" srcOrd="0" destOrd="0" presId="urn:microsoft.com/office/officeart/2005/8/layout/vList2"/>
    <dgm:cxn modelId="{4252E84C-10B6-4A2F-A7F1-4CD56BEC5EA8}" type="presOf" srcId="{90119837-5B71-4D44-BB01-DB0B084933C8}" destId="{ED5DCCC5-BCA8-4491-AA37-BAF153ECA184}" srcOrd="0" destOrd="0" presId="urn:microsoft.com/office/officeart/2005/8/layout/vList2"/>
    <dgm:cxn modelId="{2B3B1754-4871-4476-856E-2CFBE28A7E56}" type="presOf" srcId="{9D958C57-412F-4FAA-8D2D-AFBA83900FC0}" destId="{E41EC0C4-A466-4CB6-BEAE-C329D4D5715E}" srcOrd="0" destOrd="0" presId="urn:microsoft.com/office/officeart/2005/8/layout/vList2"/>
    <dgm:cxn modelId="{FB9E83BD-D7C7-4A16-BEEB-A9548841367E}" srcId="{90119837-5B71-4D44-BB01-DB0B084933C8}" destId="{C32BC59E-18C5-4C57-814C-6BF6FE07F4C6}" srcOrd="2" destOrd="0" parTransId="{D86D1C2B-FC35-4CC2-AD59-56344CF1E701}" sibTransId="{70F1406B-3F6E-4A64-AFAC-151B8E37ADDF}"/>
    <dgm:cxn modelId="{D03B81D6-151C-4A93-B01D-2032734B88BB}" srcId="{A1607713-9BD4-4290-BC9C-AE2CE97759D0}" destId="{D968E719-5454-4E66-8767-E4A2409C284B}" srcOrd="0" destOrd="0" parTransId="{F0504C9F-F1D4-40E0-BCE5-FCCF4E0411AF}" sibTransId="{358FF72B-326B-4F2C-9C06-FB90EBA3047C}"/>
    <dgm:cxn modelId="{060A56FD-51D7-4669-A321-6EBF3A2CA8A2}" srcId="{296FD401-3635-4595-BF57-8D5A793C66FA}" destId="{9D958C57-412F-4FAA-8D2D-AFBA83900FC0}" srcOrd="0" destOrd="0" parTransId="{2151B679-411A-4647-BEFA-6DC8813B7A28}" sibTransId="{1B2AFCE0-7022-4F3B-B4D1-9D8677FBF8B2}"/>
    <dgm:cxn modelId="{B1F8DD94-C271-48B6-A3E3-D5BE4D30398F}" type="presParOf" srcId="{ED5DCCC5-BCA8-4491-AA37-BAF153ECA184}" destId="{DD55324C-F873-4A1A-98BF-6A4803395D14}" srcOrd="0" destOrd="0" presId="urn:microsoft.com/office/officeart/2005/8/layout/vList2"/>
    <dgm:cxn modelId="{FEBEE86E-DDE5-45D3-9292-4516B224986D}" type="presParOf" srcId="{ED5DCCC5-BCA8-4491-AA37-BAF153ECA184}" destId="{E41EC0C4-A466-4CB6-BEAE-C329D4D5715E}" srcOrd="1" destOrd="0" presId="urn:microsoft.com/office/officeart/2005/8/layout/vList2"/>
    <dgm:cxn modelId="{1617AC09-6D9C-4635-9765-283267F5A50A}" type="presParOf" srcId="{ED5DCCC5-BCA8-4491-AA37-BAF153ECA184}" destId="{CEDB7C57-CBAE-47E6-B2A4-D59AECFA37CE}" srcOrd="2" destOrd="0" presId="urn:microsoft.com/office/officeart/2005/8/layout/vList2"/>
    <dgm:cxn modelId="{C33EBDC0-5EEE-43F1-A6AE-9BF557FD104B}" type="presParOf" srcId="{ED5DCCC5-BCA8-4491-AA37-BAF153ECA184}" destId="{F5A00311-4AE1-4710-B061-09AEAE5D5A76}" srcOrd="3" destOrd="0" presId="urn:microsoft.com/office/officeart/2005/8/layout/vList2"/>
    <dgm:cxn modelId="{F72E0C7B-9C29-4558-96B0-192B723EB427}" type="presParOf" srcId="{ED5DCCC5-BCA8-4491-AA37-BAF153ECA184}" destId="{F3844339-EF2E-4092-BB38-BC6DA6E8220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u="none" dirty="0"/>
            <a:t>Repetition operator</a:t>
          </a:r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EF73134C-6410-4214-A614-C7B5F0066651}">
      <dgm:prSet/>
      <dgm:spPr/>
      <dgm:t>
        <a:bodyPr/>
        <a:lstStyle/>
        <a:p>
          <a:r>
            <a:rPr lang="en-US" dirty="0"/>
            <a:t>The * symbol is a repetition operator when applied to a sequence and an integer</a:t>
          </a:r>
        </a:p>
      </dgm:t>
    </dgm:pt>
    <dgm:pt modelId="{A90E0523-435A-48AD-BCD3-CBA681D76AD2}" type="parTrans" cxnId="{2BF1BB6A-0ED5-45D5-ADA7-E821F0B09E1C}">
      <dgm:prSet/>
      <dgm:spPr/>
      <dgm:t>
        <a:bodyPr/>
        <a:lstStyle/>
        <a:p>
          <a:endParaRPr lang="en-US"/>
        </a:p>
      </dgm:t>
    </dgm:pt>
    <dgm:pt modelId="{66EFBEFE-801A-445B-8F18-1FF043B7B4B6}" type="sibTrans" cxnId="{2BF1BB6A-0ED5-45D5-ADA7-E821F0B09E1C}">
      <dgm:prSet/>
      <dgm:spPr/>
      <dgm:t>
        <a:bodyPr/>
        <a:lstStyle/>
        <a:p>
          <a:endParaRPr lang="en-US"/>
        </a:p>
      </dgm:t>
    </dgm:pt>
    <dgm:pt modelId="{0F7FD205-32AC-484F-82DB-FD06F358F747}">
      <dgm:prSet/>
      <dgm:spPr/>
      <dgm:t>
        <a:bodyPr/>
        <a:lstStyle/>
        <a:p>
          <a:r>
            <a:rPr lang="en-US" dirty="0"/>
            <a:t>Sequence is left operand, number is right</a:t>
          </a:r>
        </a:p>
      </dgm:t>
    </dgm:pt>
    <dgm:pt modelId="{82731A8A-1229-4EDC-818D-52C9C8CDBF04}" type="parTrans" cxnId="{6C2071DF-DF24-43EF-A1B8-91EB05D19A16}">
      <dgm:prSet/>
      <dgm:spPr/>
      <dgm:t>
        <a:bodyPr/>
        <a:lstStyle/>
        <a:p>
          <a:endParaRPr lang="en-US"/>
        </a:p>
      </dgm:t>
    </dgm:pt>
    <dgm:pt modelId="{11A9B0F9-7718-4A64-BDA3-0B95AC61DD0A}" type="sibTrans" cxnId="{6C2071DF-DF24-43EF-A1B8-91EB05D19A16}">
      <dgm:prSet/>
      <dgm:spPr/>
      <dgm:t>
        <a:bodyPr/>
        <a:lstStyle/>
        <a:p>
          <a:endParaRPr lang="en-US"/>
        </a:p>
      </dgm:t>
    </dgm:pt>
    <dgm:pt modelId="{FAFD6F54-E975-4630-ADCF-9623D92CBEB8}">
      <dgm:prSet/>
      <dgm:spPr/>
      <dgm:t>
        <a:bodyPr/>
        <a:lstStyle/>
        <a:p>
          <a:r>
            <a:rPr lang="en-US" dirty="0"/>
            <a:t>General format</a:t>
          </a:r>
          <a:endParaRPr lang="en-US" i="1" dirty="0">
            <a:latin typeface="Courier New" pitchFamily="49" charset="0"/>
            <a:cs typeface="Courier New" pitchFamily="49" charset="0"/>
          </a:endParaRPr>
        </a:p>
      </dgm:t>
    </dgm:pt>
    <dgm:pt modelId="{4C3B7BE1-577F-4D47-9C09-A520CBFFE81D}" type="parTrans" cxnId="{2464A0D9-75E9-43BA-8123-7220954106DF}">
      <dgm:prSet/>
      <dgm:spPr/>
      <dgm:t>
        <a:bodyPr/>
        <a:lstStyle/>
        <a:p>
          <a:endParaRPr lang="en-US"/>
        </a:p>
      </dgm:t>
    </dgm:pt>
    <dgm:pt modelId="{90F619FC-6FCF-4EF3-972E-4D8B1030985A}" type="sibTrans" cxnId="{2464A0D9-75E9-43BA-8123-7220954106DF}">
      <dgm:prSet/>
      <dgm:spPr/>
      <dgm:t>
        <a:bodyPr/>
        <a:lstStyle/>
        <a:p>
          <a:endParaRPr lang="en-US"/>
        </a:p>
      </dgm:t>
    </dgm:pt>
    <dgm:pt modelId="{AA6DA021-12DC-42D5-9ACB-2C0179BD19B4}">
      <dgm:prSet phldrT="[Text]"/>
      <dgm:spPr/>
      <dgm:t>
        <a:bodyPr/>
        <a:lstStyle/>
        <a:p>
          <a:r>
            <a:rPr lang="en-US"/>
            <a:t>makes multiple copies of a tuple and joins them together</a:t>
          </a:r>
          <a:endParaRPr lang="en-US" u="none" dirty="0"/>
        </a:p>
      </dgm:t>
    </dgm:pt>
    <dgm:pt modelId="{D377F481-04B4-4597-874F-C88E20D96A5B}" type="parTrans" cxnId="{717AEE3F-FCEE-4997-828A-C2FD6BEB6BE9}">
      <dgm:prSet/>
      <dgm:spPr/>
      <dgm:t>
        <a:bodyPr/>
        <a:lstStyle/>
        <a:p>
          <a:endParaRPr lang="en-US"/>
        </a:p>
      </dgm:t>
    </dgm:pt>
    <dgm:pt modelId="{29AAEF6C-2696-4F38-ABD8-6AE2BA6D2CBE}" type="sibTrans" cxnId="{717AEE3F-FCEE-4997-828A-C2FD6BEB6BE9}">
      <dgm:prSet/>
      <dgm:spPr/>
      <dgm:t>
        <a:bodyPr/>
        <a:lstStyle/>
        <a:p>
          <a:endParaRPr lang="en-US"/>
        </a:p>
      </dgm:t>
    </dgm:pt>
    <dgm:pt modelId="{11F5218D-C7C6-4C0F-96F5-CF062E477721}">
      <dgm:prSet/>
      <dgm:spPr/>
      <dgm:t>
        <a:bodyPr/>
        <a:lstStyle/>
        <a:p>
          <a:r>
            <a:rPr lang="en-US" i="1" dirty="0">
              <a:latin typeface="Courier New" pitchFamily="49" charset="0"/>
              <a:cs typeface="Courier New" pitchFamily="49" charset="0"/>
            </a:rPr>
            <a:t>tuple</a:t>
          </a:r>
          <a:r>
            <a:rPr lang="en-US" dirty="0">
              <a:latin typeface="Courier New" pitchFamily="49" charset="0"/>
              <a:cs typeface="Courier New" pitchFamily="49" charset="0"/>
            </a:rPr>
            <a:t>* </a:t>
          </a:r>
          <a:r>
            <a:rPr lang="en-US" i="1" dirty="0">
              <a:latin typeface="Courier New" pitchFamily="49" charset="0"/>
              <a:cs typeface="Courier New" pitchFamily="49" charset="0"/>
            </a:rPr>
            <a:t>n</a:t>
          </a:r>
        </a:p>
      </dgm:t>
    </dgm:pt>
    <dgm:pt modelId="{08DA2A2B-62FC-43D5-AE13-DB201ADCCEE0}" type="parTrans" cxnId="{3EC14E48-FCD7-4FEC-840D-262CEB0D247D}">
      <dgm:prSet/>
      <dgm:spPr/>
      <dgm:t>
        <a:bodyPr/>
        <a:lstStyle/>
        <a:p>
          <a:endParaRPr lang="en-US"/>
        </a:p>
      </dgm:t>
    </dgm:pt>
    <dgm:pt modelId="{70B13900-AE68-4EF4-BD15-975A0ACDDAA5}" type="sibTrans" cxnId="{3EC14E48-FCD7-4FEC-840D-262CEB0D247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1DCD326-1950-4618-ABEA-3536AAE2563F}" type="presOf" srcId="{FAFD6F54-E975-4630-ADCF-9623D92CBEB8}" destId="{E41EC0C4-A466-4CB6-BEAE-C329D4D5715E}" srcOrd="0" destOrd="3" presId="urn:microsoft.com/office/officeart/2005/8/layout/vList2"/>
    <dgm:cxn modelId="{3E917D28-8822-4EAE-8189-92B68B4AD8CE}" type="presOf" srcId="{EF73134C-6410-4214-A614-C7B5F0066651}" destId="{E41EC0C4-A466-4CB6-BEAE-C329D4D5715E}" srcOrd="0" destOrd="1" presId="urn:microsoft.com/office/officeart/2005/8/layout/vList2"/>
    <dgm:cxn modelId="{717AEE3F-FCEE-4997-828A-C2FD6BEB6BE9}" srcId="{296FD401-3635-4595-BF57-8D5A793C66FA}" destId="{AA6DA021-12DC-42D5-9ACB-2C0179BD19B4}" srcOrd="0" destOrd="0" parTransId="{D377F481-04B4-4597-874F-C88E20D96A5B}" sibTransId="{29AAEF6C-2696-4F38-ABD8-6AE2BA6D2CBE}"/>
    <dgm:cxn modelId="{3EC14E48-FCD7-4FEC-840D-262CEB0D247D}" srcId="{FAFD6F54-E975-4630-ADCF-9623D92CBEB8}" destId="{11F5218D-C7C6-4C0F-96F5-CF062E477721}" srcOrd="0" destOrd="0" parTransId="{08DA2A2B-62FC-43D5-AE13-DB201ADCCEE0}" sibTransId="{70B13900-AE68-4EF4-BD15-975A0ACDDAA5}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2BF1BB6A-0ED5-45D5-ADA7-E821F0B09E1C}" srcId="{296FD401-3635-4595-BF57-8D5A793C66FA}" destId="{EF73134C-6410-4214-A614-C7B5F0066651}" srcOrd="1" destOrd="0" parTransId="{A90E0523-435A-48AD-BCD3-CBA681D76AD2}" sibTransId="{66EFBEFE-801A-445B-8F18-1FF043B7B4B6}"/>
    <dgm:cxn modelId="{0EE80C55-CF83-408D-A86A-56DC501170BF}" type="presOf" srcId="{90119837-5B71-4D44-BB01-DB0B084933C8}" destId="{ED5DCCC5-BCA8-4491-AA37-BAF153ECA184}" srcOrd="0" destOrd="0" presId="urn:microsoft.com/office/officeart/2005/8/layout/vList2"/>
    <dgm:cxn modelId="{291B519B-10D4-447B-99A7-CBAA6F3963A3}" type="presOf" srcId="{11F5218D-C7C6-4C0F-96F5-CF062E477721}" destId="{E41EC0C4-A466-4CB6-BEAE-C329D4D5715E}" srcOrd="0" destOrd="4" presId="urn:microsoft.com/office/officeart/2005/8/layout/vList2"/>
    <dgm:cxn modelId="{55C65BA3-5D8C-4554-BD51-62B7F4587515}" type="presOf" srcId="{296FD401-3635-4595-BF57-8D5A793C66FA}" destId="{DD55324C-F873-4A1A-98BF-6A4803395D14}" srcOrd="0" destOrd="0" presId="urn:microsoft.com/office/officeart/2005/8/layout/vList2"/>
    <dgm:cxn modelId="{81C20CB5-7E61-4E59-A932-950E337A7125}" type="presOf" srcId="{0F7FD205-32AC-484F-82DB-FD06F358F747}" destId="{E41EC0C4-A466-4CB6-BEAE-C329D4D5715E}" srcOrd="0" destOrd="2" presId="urn:microsoft.com/office/officeart/2005/8/layout/vList2"/>
    <dgm:cxn modelId="{2464A0D9-75E9-43BA-8123-7220954106DF}" srcId="{296FD401-3635-4595-BF57-8D5A793C66FA}" destId="{FAFD6F54-E975-4630-ADCF-9623D92CBEB8}" srcOrd="2" destOrd="0" parTransId="{4C3B7BE1-577F-4D47-9C09-A520CBFFE81D}" sibTransId="{90F619FC-6FCF-4EF3-972E-4D8B1030985A}"/>
    <dgm:cxn modelId="{6C2071DF-DF24-43EF-A1B8-91EB05D19A16}" srcId="{EF73134C-6410-4214-A614-C7B5F0066651}" destId="{0F7FD205-32AC-484F-82DB-FD06F358F747}" srcOrd="0" destOrd="0" parTransId="{82731A8A-1229-4EDC-818D-52C9C8CDBF04}" sibTransId="{11A9B0F9-7718-4A64-BDA3-0B95AC61DD0A}"/>
    <dgm:cxn modelId="{CC11B7E6-AFB9-455C-A3EC-F7A54F0C9911}" type="presOf" srcId="{AA6DA021-12DC-42D5-9ACB-2C0179BD19B4}" destId="{E41EC0C4-A466-4CB6-BEAE-C329D4D5715E}" srcOrd="0" destOrd="0" presId="urn:microsoft.com/office/officeart/2005/8/layout/vList2"/>
    <dgm:cxn modelId="{9E795D12-E0D4-4435-B363-9DA9FC7E8B9B}" type="presParOf" srcId="{ED5DCCC5-BCA8-4491-AA37-BAF153ECA184}" destId="{DD55324C-F873-4A1A-98BF-6A4803395D14}" srcOrd="0" destOrd="0" presId="urn:microsoft.com/office/officeart/2005/8/layout/vList2"/>
    <dgm:cxn modelId="{6783DB19-C493-4516-B65D-D5FD375AD6EA}" type="presParOf" srcId="{ED5DCCC5-BCA8-4491-AA37-BAF153ECA184}" destId="{E41EC0C4-A466-4CB6-BEAE-C329D4D5715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u="none"/>
            <a:t>Slice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FFD6CC0F-9D97-4061-9EF5-A7AB8BE94850}">
      <dgm:prSet/>
      <dgm:spPr/>
      <dgm:t>
        <a:bodyPr/>
        <a:lstStyle/>
        <a:p>
          <a:r>
            <a:rPr lang="en-US" dirty="0"/>
            <a:t>Tuple slicing format: </a:t>
          </a:r>
          <a:r>
            <a:rPr lang="en-US" i="1" dirty="0">
              <a:latin typeface="Courier New" pitchFamily="49" charset="0"/>
              <a:cs typeface="Courier New" pitchFamily="49" charset="0"/>
            </a:rPr>
            <a:t>tuple</a:t>
          </a:r>
          <a:r>
            <a:rPr lang="en-US" dirty="0">
              <a:latin typeface="Courier New" pitchFamily="49" charset="0"/>
              <a:cs typeface="Courier New" pitchFamily="49" charset="0"/>
            </a:rPr>
            <a:t>[</a:t>
          </a:r>
          <a:r>
            <a:rPr lang="en-US" i="1" dirty="0">
              <a:latin typeface="Courier New" pitchFamily="49" charset="0"/>
              <a:cs typeface="Courier New" pitchFamily="49" charset="0"/>
            </a:rPr>
            <a:t>start</a:t>
          </a:r>
          <a:r>
            <a:rPr lang="en-US" dirty="0">
              <a:latin typeface="Courier New" pitchFamily="49" charset="0"/>
              <a:cs typeface="Courier New" pitchFamily="49" charset="0"/>
            </a:rPr>
            <a:t> : </a:t>
          </a:r>
          <a:r>
            <a:rPr lang="en-US" i="1" dirty="0">
              <a:latin typeface="Courier New" pitchFamily="49" charset="0"/>
              <a:cs typeface="Courier New" pitchFamily="49" charset="0"/>
            </a:rPr>
            <a:t>end</a:t>
          </a:r>
          <a:r>
            <a:rPr lang="en-US" dirty="0">
              <a:latin typeface="Courier New" pitchFamily="49" charset="0"/>
              <a:cs typeface="Courier New" pitchFamily="49" charset="0"/>
            </a:rPr>
            <a:t>]</a:t>
          </a:r>
        </a:p>
      </dgm:t>
    </dgm:pt>
    <dgm:pt modelId="{393ED9AB-E198-4531-B74D-66E8AC0DB05D}" type="parTrans" cxnId="{1D135507-8CA1-4E51-8135-80AFA2A0445A}">
      <dgm:prSet/>
      <dgm:spPr/>
      <dgm:t>
        <a:bodyPr/>
        <a:lstStyle/>
        <a:p>
          <a:endParaRPr lang="en-US"/>
        </a:p>
      </dgm:t>
    </dgm:pt>
    <dgm:pt modelId="{9002431E-B840-4409-A07B-8A88E3786D9F}" type="sibTrans" cxnId="{1D135507-8CA1-4E51-8135-80AFA2A0445A}">
      <dgm:prSet/>
      <dgm:spPr/>
      <dgm:t>
        <a:bodyPr/>
        <a:lstStyle/>
        <a:p>
          <a:endParaRPr lang="en-US"/>
        </a:p>
      </dgm:t>
    </dgm:pt>
    <dgm:pt modelId="{446DF231-C870-4C52-8319-EB07F2984568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Span is a tuple containing copies of elements from </a:t>
          </a:r>
          <a:r>
            <a:rPr lang="en-US" i="1" dirty="0">
              <a:latin typeface="Courier New" pitchFamily="49" charset="0"/>
              <a:cs typeface="Courier New" pitchFamily="49" charset="0"/>
            </a:rPr>
            <a:t>start</a:t>
          </a:r>
          <a:r>
            <a:rPr lang="en-US" dirty="0">
              <a:latin typeface="+mj-lt"/>
              <a:cs typeface="Courier New" pitchFamily="49" charset="0"/>
            </a:rPr>
            <a:t> up to, but not including, </a:t>
          </a:r>
          <a:r>
            <a:rPr lang="en-US" i="1" dirty="0">
              <a:latin typeface="Courier New" pitchFamily="49" charset="0"/>
              <a:cs typeface="Courier New" pitchFamily="49" charset="0"/>
            </a:rPr>
            <a:t>end</a:t>
          </a:r>
          <a:endParaRPr lang="en-US" i="1" dirty="0">
            <a:latin typeface="+mj-lt"/>
            <a:cs typeface="Courier New" pitchFamily="49" charset="0"/>
          </a:endParaRPr>
        </a:p>
      </dgm:t>
    </dgm:pt>
    <dgm:pt modelId="{0B342520-18F8-4DC7-BB6B-5F96DDCE876C}" type="parTrans" cxnId="{3CAEE837-47EA-435C-BDE3-940DE9F957EC}">
      <dgm:prSet/>
      <dgm:spPr/>
      <dgm:t>
        <a:bodyPr/>
        <a:lstStyle/>
        <a:p>
          <a:endParaRPr lang="en-US"/>
        </a:p>
      </dgm:t>
    </dgm:pt>
    <dgm:pt modelId="{A4DAC1E9-B2DD-4023-8D32-82C08CDDA160}" type="sibTrans" cxnId="{3CAEE837-47EA-435C-BDE3-940DE9F957EC}">
      <dgm:prSet/>
      <dgm:spPr/>
      <dgm:t>
        <a:bodyPr/>
        <a:lstStyle/>
        <a:p>
          <a:endParaRPr lang="en-US"/>
        </a:p>
      </dgm:t>
    </dgm:pt>
    <dgm:pt modelId="{2D17107A-1547-4344-B4C2-CB7635AD2218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If </a:t>
          </a:r>
          <a:r>
            <a:rPr lang="en-US" i="1" dirty="0">
              <a:latin typeface="Courier New" pitchFamily="49" charset="0"/>
              <a:cs typeface="Courier New" pitchFamily="49" charset="0"/>
            </a:rPr>
            <a:t>start</a:t>
          </a:r>
          <a:r>
            <a:rPr lang="en-US" dirty="0">
              <a:latin typeface="+mj-lt"/>
              <a:cs typeface="Courier New" pitchFamily="49" charset="0"/>
            </a:rPr>
            <a:t> not specified, 0 is used for start index</a:t>
          </a:r>
        </a:p>
      </dgm:t>
    </dgm:pt>
    <dgm:pt modelId="{9B13ED2E-5442-451A-BB3E-BA5B0773C440}" type="parTrans" cxnId="{C84A2F25-6E5C-43E6-AAC7-9A51319967F7}">
      <dgm:prSet/>
      <dgm:spPr/>
      <dgm:t>
        <a:bodyPr/>
        <a:lstStyle/>
        <a:p>
          <a:endParaRPr lang="en-US"/>
        </a:p>
      </dgm:t>
    </dgm:pt>
    <dgm:pt modelId="{0713A500-CA60-4C76-87C7-CA86D65CF4F0}" type="sibTrans" cxnId="{C84A2F25-6E5C-43E6-AAC7-9A51319967F7}">
      <dgm:prSet/>
      <dgm:spPr/>
      <dgm:t>
        <a:bodyPr/>
        <a:lstStyle/>
        <a:p>
          <a:endParaRPr lang="en-US"/>
        </a:p>
      </dgm:t>
    </dgm:pt>
    <dgm:pt modelId="{C9511785-BADF-47B0-8524-1A85078DE96C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If </a:t>
          </a:r>
          <a:r>
            <a:rPr lang="en-US" i="1" dirty="0">
              <a:latin typeface="Courier New" pitchFamily="49" charset="0"/>
              <a:cs typeface="Courier New" pitchFamily="49" charset="0"/>
            </a:rPr>
            <a:t>end</a:t>
          </a:r>
          <a:r>
            <a:rPr lang="en-US" dirty="0">
              <a:latin typeface="+mj-lt"/>
              <a:cs typeface="Courier New" pitchFamily="49" charset="0"/>
            </a:rPr>
            <a:t> not specified, </a:t>
          </a:r>
          <a:r>
            <a:rPr lang="en-US" dirty="0">
              <a:latin typeface="Courier New" pitchFamily="49" charset="0"/>
              <a:cs typeface="Courier New" pitchFamily="49" charset="0"/>
            </a:rPr>
            <a:t>len(tuple)</a:t>
          </a:r>
          <a:r>
            <a:rPr lang="en-US" dirty="0">
              <a:latin typeface="+mj-lt"/>
              <a:cs typeface="Courier New" pitchFamily="49" charset="0"/>
            </a:rPr>
            <a:t> is used for end index</a:t>
          </a:r>
        </a:p>
      </dgm:t>
    </dgm:pt>
    <dgm:pt modelId="{F7120CFB-8404-4422-8CFE-44EF928DB7A0}" type="parTrans" cxnId="{E61D5147-4D39-4743-8BB3-DA643783D420}">
      <dgm:prSet/>
      <dgm:spPr/>
      <dgm:t>
        <a:bodyPr/>
        <a:lstStyle/>
        <a:p>
          <a:endParaRPr lang="en-US"/>
        </a:p>
      </dgm:t>
    </dgm:pt>
    <dgm:pt modelId="{31360933-E534-4FE3-8A06-A1622C082CB9}" type="sibTrans" cxnId="{E61D5147-4D39-4743-8BB3-DA643783D420}">
      <dgm:prSet/>
      <dgm:spPr/>
      <dgm:t>
        <a:bodyPr/>
        <a:lstStyle/>
        <a:p>
          <a:endParaRPr lang="en-US"/>
        </a:p>
      </dgm:t>
    </dgm:pt>
    <dgm:pt modelId="{8094A416-6EB5-4A2D-8039-168D56BE9BC3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Slicing expressions can include a step value and negative indexes relative to end of tuple</a:t>
          </a:r>
          <a:endParaRPr lang="he-IL" dirty="0">
            <a:latin typeface="Courier New" pitchFamily="49" charset="0"/>
            <a:cs typeface="Courier New" pitchFamily="49" charset="0"/>
          </a:endParaRPr>
        </a:p>
      </dgm:t>
    </dgm:pt>
    <dgm:pt modelId="{9AFD9B04-EEFA-4C5B-B51A-6AAE85147996}" type="parTrans" cxnId="{267D9BC0-BB28-4610-B238-B3C8236F20CA}">
      <dgm:prSet/>
      <dgm:spPr/>
      <dgm:t>
        <a:bodyPr/>
        <a:lstStyle/>
        <a:p>
          <a:endParaRPr lang="en-US"/>
        </a:p>
      </dgm:t>
    </dgm:pt>
    <dgm:pt modelId="{B76092F9-A668-4D7E-A807-460F983F22D6}" type="sibTrans" cxnId="{267D9BC0-BB28-4610-B238-B3C8236F20CA}">
      <dgm:prSet/>
      <dgm:spPr/>
      <dgm:t>
        <a:bodyPr/>
        <a:lstStyle/>
        <a:p>
          <a:endParaRPr lang="en-US"/>
        </a:p>
      </dgm:t>
    </dgm:pt>
    <dgm:pt modelId="{1CB6D8FE-677E-4D59-A08F-09D37EE38725}">
      <dgm:prSet phldrT="[Text]"/>
      <dgm:spPr/>
      <dgm:t>
        <a:bodyPr/>
        <a:lstStyle/>
        <a:p>
          <a:r>
            <a:rPr lang="en-US"/>
            <a:t>a span of items that are taken from a sequence</a:t>
          </a:r>
          <a:endParaRPr lang="en-US" u="none" dirty="0"/>
        </a:p>
      </dgm:t>
    </dgm:pt>
    <dgm:pt modelId="{46FFA73A-A1BF-42DB-BA3F-49AC735667F3}" type="parTrans" cxnId="{97579695-1291-4AB5-A413-2142D8294B6E}">
      <dgm:prSet/>
      <dgm:spPr/>
      <dgm:t>
        <a:bodyPr/>
        <a:lstStyle/>
        <a:p>
          <a:endParaRPr lang="en-US"/>
        </a:p>
      </dgm:t>
    </dgm:pt>
    <dgm:pt modelId="{5513BC7E-324B-41FA-BA46-EC6F6481CD0D}" type="sibTrans" cxnId="{97579695-1291-4AB5-A413-2142D8294B6E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D135507-8CA1-4E51-8135-80AFA2A0445A}" srcId="{296FD401-3635-4595-BF57-8D5A793C66FA}" destId="{FFD6CC0F-9D97-4061-9EF5-A7AB8BE94850}" srcOrd="1" destOrd="0" parTransId="{393ED9AB-E198-4531-B74D-66E8AC0DB05D}" sibTransId="{9002431E-B840-4409-A07B-8A88E3786D9F}"/>
    <dgm:cxn modelId="{37599211-EDD9-44E0-A221-2F29B30E3BD3}" type="presOf" srcId="{FFD6CC0F-9D97-4061-9EF5-A7AB8BE94850}" destId="{E41EC0C4-A466-4CB6-BEAE-C329D4D5715E}" srcOrd="0" destOrd="1" presId="urn:microsoft.com/office/officeart/2005/8/layout/vList2"/>
    <dgm:cxn modelId="{DDE44618-3F2A-4432-ACAF-8710091185C6}" type="presOf" srcId="{1CB6D8FE-677E-4D59-A08F-09D37EE38725}" destId="{E41EC0C4-A466-4CB6-BEAE-C329D4D5715E}" srcOrd="0" destOrd="0" presId="urn:microsoft.com/office/officeart/2005/8/layout/vList2"/>
    <dgm:cxn modelId="{C84A2F25-6E5C-43E6-AAC7-9A51319967F7}" srcId="{446DF231-C870-4C52-8319-EB07F2984568}" destId="{2D17107A-1547-4344-B4C2-CB7635AD2218}" srcOrd="0" destOrd="0" parTransId="{9B13ED2E-5442-451A-BB3E-BA5B0773C440}" sibTransId="{0713A500-CA60-4C76-87C7-CA86D65CF4F0}"/>
    <dgm:cxn modelId="{3CAEE837-47EA-435C-BDE3-940DE9F957EC}" srcId="{296FD401-3635-4595-BF57-8D5A793C66FA}" destId="{446DF231-C870-4C52-8319-EB07F2984568}" srcOrd="2" destOrd="0" parTransId="{0B342520-18F8-4DC7-BB6B-5F96DDCE876C}" sibTransId="{A4DAC1E9-B2DD-4023-8D32-82C08CDDA160}"/>
    <dgm:cxn modelId="{04B0D43A-A4D7-4F01-8C3F-1D4B867B6422}" type="presOf" srcId="{8094A416-6EB5-4A2D-8039-168D56BE9BC3}" destId="{E41EC0C4-A466-4CB6-BEAE-C329D4D5715E}" srcOrd="0" destOrd="5" presId="urn:microsoft.com/office/officeart/2005/8/layout/vList2"/>
    <dgm:cxn modelId="{E61D5147-4D39-4743-8BB3-DA643783D420}" srcId="{446DF231-C870-4C52-8319-EB07F2984568}" destId="{C9511785-BADF-47B0-8524-1A85078DE96C}" srcOrd="1" destOrd="0" parTransId="{F7120CFB-8404-4422-8CFE-44EF928DB7A0}" sibTransId="{31360933-E534-4FE3-8A06-A1622C082CB9}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E5EDE86B-AD7F-43FB-93B4-245153037AC6}" type="presOf" srcId="{446DF231-C870-4C52-8319-EB07F2984568}" destId="{E41EC0C4-A466-4CB6-BEAE-C329D4D5715E}" srcOrd="0" destOrd="2" presId="urn:microsoft.com/office/officeart/2005/8/layout/vList2"/>
    <dgm:cxn modelId="{30947B8E-02C7-46C6-AE23-9CF8F1919343}" type="presOf" srcId="{296FD401-3635-4595-BF57-8D5A793C66FA}" destId="{DD55324C-F873-4A1A-98BF-6A4803395D14}" srcOrd="0" destOrd="0" presId="urn:microsoft.com/office/officeart/2005/8/layout/vList2"/>
    <dgm:cxn modelId="{AB2C5C91-0F7A-4878-89E7-72AA77925F7F}" type="presOf" srcId="{C9511785-BADF-47B0-8524-1A85078DE96C}" destId="{E41EC0C4-A466-4CB6-BEAE-C329D4D5715E}" srcOrd="0" destOrd="4" presId="urn:microsoft.com/office/officeart/2005/8/layout/vList2"/>
    <dgm:cxn modelId="{97579695-1291-4AB5-A413-2142D8294B6E}" srcId="{296FD401-3635-4595-BF57-8D5A793C66FA}" destId="{1CB6D8FE-677E-4D59-A08F-09D37EE38725}" srcOrd="0" destOrd="0" parTransId="{46FFA73A-A1BF-42DB-BA3F-49AC735667F3}" sibTransId="{5513BC7E-324B-41FA-BA46-EC6F6481CD0D}"/>
    <dgm:cxn modelId="{267D9BC0-BB28-4610-B238-B3C8236F20CA}" srcId="{296FD401-3635-4595-BF57-8D5A793C66FA}" destId="{8094A416-6EB5-4A2D-8039-168D56BE9BC3}" srcOrd="3" destOrd="0" parTransId="{9AFD9B04-EEFA-4C5B-B51A-6AAE85147996}" sibTransId="{B76092F9-A668-4D7E-A807-460F983F22D6}"/>
    <dgm:cxn modelId="{0E9309CA-FD3F-4806-86D3-CD4F998EA41D}" type="presOf" srcId="{2D17107A-1547-4344-B4C2-CB7635AD2218}" destId="{E41EC0C4-A466-4CB6-BEAE-C329D4D5715E}" srcOrd="0" destOrd="3" presId="urn:microsoft.com/office/officeart/2005/8/layout/vList2"/>
    <dgm:cxn modelId="{264868DD-78D3-4E08-925F-5E20B982F33D}" type="presOf" srcId="{90119837-5B71-4D44-BB01-DB0B084933C8}" destId="{ED5DCCC5-BCA8-4491-AA37-BAF153ECA184}" srcOrd="0" destOrd="0" presId="urn:microsoft.com/office/officeart/2005/8/layout/vList2"/>
    <dgm:cxn modelId="{E33B5FF1-53CC-41CD-A425-B711F7FD5E10}" type="presParOf" srcId="{ED5DCCC5-BCA8-4491-AA37-BAF153ECA184}" destId="{DD55324C-F873-4A1A-98BF-6A4803395D14}" srcOrd="0" destOrd="0" presId="urn:microsoft.com/office/officeart/2005/8/layout/vList2"/>
    <dgm:cxn modelId="{CB6BA434-BA3C-4D4B-AE55-EC7A719E7C02}" type="presParOf" srcId="{ED5DCCC5-BCA8-4491-AA37-BAF153ECA184}" destId="{E41EC0C4-A466-4CB6-BEAE-C329D4D5715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You can iterate over a </a:t>
          </a:r>
          <a:r>
            <a:rPr lang="en-US" dirty="0"/>
            <a:t>tuple </a:t>
          </a:r>
          <a:r>
            <a:rPr lang="en-US" dirty="0">
              <a:latin typeface="+mj-lt"/>
              <a:cs typeface="Courier New" pitchFamily="49" charset="0"/>
            </a:rPr>
            <a:t>using a </a:t>
          </a:r>
          <a:r>
            <a:rPr lang="en-US" dirty="0">
              <a:latin typeface="Courier New" pitchFamily="49" charset="0"/>
              <a:cs typeface="Courier New" pitchFamily="49" charset="0"/>
            </a:rPr>
            <a:t>for </a:t>
          </a:r>
          <a:r>
            <a:rPr lang="en-US" dirty="0">
              <a:latin typeface="+mj-lt"/>
              <a:cs typeface="Courier New" pitchFamily="49" charset="0"/>
            </a:rPr>
            <a:t>loop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B38DB327-CE2A-4447-9250-BA3197A2EAB3}">
      <dgm:prSet/>
      <dgm:spPr/>
      <dgm:t>
        <a:bodyPr/>
        <a:lstStyle/>
        <a:p>
          <a:r>
            <a:rPr lang="en-US" dirty="0"/>
            <a:t>General format: </a:t>
          </a:r>
          <a:r>
            <a:rPr lang="en-US" i="1" dirty="0">
              <a:latin typeface="Courier New" pitchFamily="49" charset="0"/>
              <a:cs typeface="Courier New" pitchFamily="49" charset="0"/>
            </a:rPr>
            <a:t>item</a:t>
          </a:r>
          <a:r>
            <a:rPr lang="en-US" dirty="0">
              <a:latin typeface="Courier New" pitchFamily="49" charset="0"/>
              <a:cs typeface="Courier New" pitchFamily="49" charset="0"/>
            </a:rPr>
            <a:t> in </a:t>
          </a:r>
          <a:r>
            <a:rPr lang="en-US" i="1" dirty="0">
              <a:latin typeface="Courier New" pitchFamily="49" charset="0"/>
              <a:cs typeface="Courier New" pitchFamily="49" charset="0"/>
            </a:rPr>
            <a:t>tuple</a:t>
          </a:r>
        </a:p>
      </dgm:t>
    </dgm:pt>
    <dgm:pt modelId="{DCAFC3E4-86D5-4D7C-AD86-44E6EED824AC}" type="parTrans" cxnId="{04A9BE8E-4D2E-40E7-A18A-0177A50B4742}">
      <dgm:prSet/>
      <dgm:spPr/>
      <dgm:t>
        <a:bodyPr/>
        <a:lstStyle/>
        <a:p>
          <a:endParaRPr lang="en-US"/>
        </a:p>
      </dgm:t>
    </dgm:pt>
    <dgm:pt modelId="{25AA2406-ED3C-48EF-B01B-158976B009DD}" type="sibTrans" cxnId="{04A9BE8E-4D2E-40E7-A18A-0177A50B4742}">
      <dgm:prSet/>
      <dgm:spPr/>
      <dgm:t>
        <a:bodyPr/>
        <a:lstStyle/>
        <a:p>
          <a:endParaRPr lang="en-US"/>
        </a:p>
      </dgm:t>
    </dgm:pt>
    <dgm:pt modelId="{C36780F5-7F1D-4F54-819B-55D3FBFD1CA2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Returns </a:t>
          </a:r>
          <a:r>
            <a:rPr lang="en-US" dirty="0">
              <a:latin typeface="Courier New" pitchFamily="49" charset="0"/>
              <a:cs typeface="Courier New" pitchFamily="49" charset="0"/>
            </a:rPr>
            <a:t>True</a:t>
          </a:r>
          <a:r>
            <a:rPr lang="en-US" dirty="0">
              <a:latin typeface="+mj-lt"/>
              <a:cs typeface="Courier New" pitchFamily="49" charset="0"/>
            </a:rPr>
            <a:t> if the item is in the tuple, or </a:t>
          </a:r>
          <a:r>
            <a:rPr lang="en-US" dirty="0">
              <a:latin typeface="Courier New" pitchFamily="49" charset="0"/>
              <a:cs typeface="Courier New" pitchFamily="49" charset="0"/>
            </a:rPr>
            <a:t>False</a:t>
          </a:r>
          <a:r>
            <a:rPr lang="en-US" dirty="0">
              <a:latin typeface="+mj-lt"/>
              <a:cs typeface="Courier New" pitchFamily="49" charset="0"/>
            </a:rPr>
            <a:t> if it is not in the tuple</a:t>
          </a:r>
        </a:p>
      </dgm:t>
    </dgm:pt>
    <dgm:pt modelId="{7855B4AF-DA1A-49C4-91E3-EFE9E5564F18}" type="parTrans" cxnId="{FAA91E9C-B3E4-43E0-97E8-0911FBD82F64}">
      <dgm:prSet/>
      <dgm:spPr/>
      <dgm:t>
        <a:bodyPr/>
        <a:lstStyle/>
        <a:p>
          <a:endParaRPr lang="en-US"/>
        </a:p>
      </dgm:t>
    </dgm:pt>
    <dgm:pt modelId="{537B019C-0F1B-4196-B274-8A5005DE4CCB}" type="sibTrans" cxnId="{FAA91E9C-B3E4-43E0-97E8-0911FBD82F64}">
      <dgm:prSet/>
      <dgm:spPr/>
      <dgm:t>
        <a:bodyPr/>
        <a:lstStyle/>
        <a:p>
          <a:endParaRPr lang="en-US"/>
        </a:p>
      </dgm:t>
    </dgm:pt>
    <dgm:pt modelId="{252539EA-8A0A-40A3-B30A-9F39D5CCDDCD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Similarly you can use the </a:t>
          </a:r>
          <a:r>
            <a:rPr lang="en-US" dirty="0">
              <a:latin typeface="Courier New" pitchFamily="49" charset="0"/>
              <a:cs typeface="Courier New" pitchFamily="49" charset="0"/>
            </a:rPr>
            <a:t>not in</a:t>
          </a:r>
          <a:r>
            <a:rPr lang="en-US" dirty="0">
              <a:latin typeface="+mj-lt"/>
              <a:cs typeface="Courier New" pitchFamily="49" charset="0"/>
            </a:rPr>
            <a:t> operator to determine whether an item is not in a tuple</a:t>
          </a:r>
          <a:endParaRPr lang="he-IL" dirty="0">
            <a:latin typeface="+mj-lt"/>
            <a:cs typeface="Courier New" pitchFamily="49" charset="0"/>
          </a:endParaRPr>
        </a:p>
      </dgm:t>
    </dgm:pt>
    <dgm:pt modelId="{B361C3F9-10E9-4D72-A3F8-9824FC3A6D73}" type="parTrans" cxnId="{30111CD0-E029-4402-A3DE-80F6B7784FCC}">
      <dgm:prSet/>
      <dgm:spPr/>
      <dgm:t>
        <a:bodyPr/>
        <a:lstStyle/>
        <a:p>
          <a:endParaRPr lang="en-US"/>
        </a:p>
      </dgm:t>
    </dgm:pt>
    <dgm:pt modelId="{1FE6326F-5704-4C56-BF07-DEBBD02313DB}" type="sibTrans" cxnId="{30111CD0-E029-4402-A3DE-80F6B7784FCC}">
      <dgm:prSet/>
      <dgm:spPr/>
      <dgm:t>
        <a:bodyPr/>
        <a:lstStyle/>
        <a:p>
          <a:endParaRPr lang="en-US"/>
        </a:p>
      </dgm:t>
    </dgm:pt>
    <dgm:pt modelId="{13E87298-779A-467F-B34E-234BF2A3F599}">
      <dgm:prSet phldrT="[Text]"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Format: </a:t>
          </a:r>
          <a:r>
            <a:rPr lang="en-US" dirty="0">
              <a:latin typeface="Courier New" pitchFamily="49" charset="0"/>
              <a:cs typeface="Courier New" pitchFamily="49" charset="0"/>
            </a:rPr>
            <a:t>for </a:t>
          </a:r>
          <a:r>
            <a:rPr lang="en-US" i="1" dirty="0">
              <a:latin typeface="Courier New" pitchFamily="49" charset="0"/>
              <a:cs typeface="Courier New" pitchFamily="49" charset="0"/>
            </a:rPr>
            <a:t>x</a:t>
          </a:r>
          <a:r>
            <a:rPr lang="en-US" dirty="0">
              <a:latin typeface="Courier New" pitchFamily="49" charset="0"/>
              <a:cs typeface="Courier New" pitchFamily="49" charset="0"/>
            </a:rPr>
            <a:t> in </a:t>
          </a:r>
          <a:r>
            <a:rPr lang="en-US" i="1" dirty="0"/>
            <a:t>tuple</a:t>
          </a:r>
          <a:r>
            <a:rPr lang="en-US" dirty="0">
              <a:latin typeface="Courier New" pitchFamily="49" charset="0"/>
              <a:cs typeface="Courier New" pitchFamily="49" charset="0"/>
            </a:rPr>
            <a:t>:</a:t>
          </a:r>
        </a:p>
      </dgm:t>
    </dgm:pt>
    <dgm:pt modelId="{91C1E6F9-A5FE-4BB6-8DB5-004FA8182719}" type="parTrans" cxnId="{CA6856DB-1695-4918-BF80-2B4BA1C3922D}">
      <dgm:prSet/>
      <dgm:spPr/>
      <dgm:t>
        <a:bodyPr/>
        <a:lstStyle/>
        <a:p>
          <a:endParaRPr lang="en-US"/>
        </a:p>
      </dgm:t>
    </dgm:pt>
    <dgm:pt modelId="{383BFFDF-367A-453E-A900-5C76737E8E4A}" type="sibTrans" cxnId="{CA6856DB-1695-4918-BF80-2B4BA1C3922D}">
      <dgm:prSet/>
      <dgm:spPr/>
      <dgm:t>
        <a:bodyPr/>
        <a:lstStyle/>
        <a:p>
          <a:endParaRPr lang="en-US"/>
        </a:p>
      </dgm:t>
    </dgm:pt>
    <dgm:pt modelId="{ABCC9A66-7151-46FE-B3C3-4E69FEFC3464}">
      <dgm:prSet phldrT="[Text]"/>
      <dgm:spPr/>
      <dgm:t>
        <a:bodyPr/>
        <a:lstStyle/>
        <a:p>
          <a:r>
            <a:rPr lang="en-US" dirty="0"/>
            <a:t>You can use the </a:t>
          </a:r>
          <a:r>
            <a:rPr lang="en-US" dirty="0">
              <a:latin typeface="Courier New" pitchFamily="49" charset="0"/>
              <a:cs typeface="Courier New" pitchFamily="49" charset="0"/>
            </a:rPr>
            <a:t>in</a:t>
          </a:r>
          <a:r>
            <a:rPr lang="en-US" dirty="0"/>
            <a:t> operator to determine whether an item is contained in a tuple</a:t>
          </a:r>
        </a:p>
      </dgm:t>
    </dgm:pt>
    <dgm:pt modelId="{F3442006-FD6B-415B-A2C5-F795D7B73D3C}" type="parTrans" cxnId="{75D172A9-DA53-4AB7-A1B6-47897CCA7502}">
      <dgm:prSet/>
      <dgm:spPr/>
      <dgm:t>
        <a:bodyPr/>
        <a:lstStyle/>
        <a:p>
          <a:endParaRPr lang="en-US"/>
        </a:p>
      </dgm:t>
    </dgm:pt>
    <dgm:pt modelId="{04B62847-0D75-4D25-858C-D543D3947F65}" type="sibTrans" cxnId="{75D172A9-DA53-4AB7-A1B6-47897CCA7502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2">
        <dgm:presLayoutVars>
          <dgm:bulletEnabled val="1"/>
        </dgm:presLayoutVars>
      </dgm:prSet>
      <dgm:spPr/>
    </dgm:pt>
    <dgm:pt modelId="{9805232E-3CDD-42EA-B913-D20256F2FCD8}" type="pres">
      <dgm:prSet presAssocID="{ABCC9A66-7151-46FE-B3C3-4E69FEFC34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088466E-6F52-48D4-8927-722BDFF34FA4}" type="pres">
      <dgm:prSet presAssocID="{ABCC9A66-7151-46FE-B3C3-4E69FEFC3464}" presName="childText" presStyleLbl="revTx" presStyleIdx="1" presStyleCnt="2">
        <dgm:presLayoutVars>
          <dgm:bulletEnabled val="1"/>
        </dgm:presLayoutVars>
      </dgm:prSet>
      <dgm:spPr/>
    </dgm:pt>
    <dgm:pt modelId="{29A62B30-9C36-4BD9-8F5F-520DCC46F138}" type="pres">
      <dgm:prSet presAssocID="{252539EA-8A0A-40A3-B30A-9F39D5CCDDC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2C2303-41EF-4FB4-9DE5-716541501727}" type="presOf" srcId="{ABCC9A66-7151-46FE-B3C3-4E69FEFC3464}" destId="{9805232E-3CDD-42EA-B913-D20256F2FCD8}" srcOrd="0" destOrd="0" presId="urn:microsoft.com/office/officeart/2005/8/layout/vList2"/>
    <dgm:cxn modelId="{1A7FD503-DCCA-4CA4-A71D-7B6EC0951F64}" type="presOf" srcId="{90119837-5B71-4D44-BB01-DB0B084933C8}" destId="{ED5DCCC5-BCA8-4491-AA37-BAF153ECA184}" srcOrd="0" destOrd="0" presId="urn:microsoft.com/office/officeart/2005/8/layout/vList2"/>
    <dgm:cxn modelId="{E82E1F18-7676-4306-9B7E-08EBF20BBE78}" type="presOf" srcId="{252539EA-8A0A-40A3-B30A-9F39D5CCDDCD}" destId="{29A62B30-9C36-4BD9-8F5F-520DCC46F138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BECBD48D-DC3C-4ED6-8F62-A5E97EC6F1B5}" type="presOf" srcId="{296FD401-3635-4595-BF57-8D5A793C66FA}" destId="{DD55324C-F873-4A1A-98BF-6A4803395D14}" srcOrd="0" destOrd="0" presId="urn:microsoft.com/office/officeart/2005/8/layout/vList2"/>
    <dgm:cxn modelId="{04A9BE8E-4D2E-40E7-A18A-0177A50B4742}" srcId="{ABCC9A66-7151-46FE-B3C3-4E69FEFC3464}" destId="{B38DB327-CE2A-4447-9250-BA3197A2EAB3}" srcOrd="0" destOrd="0" parTransId="{DCAFC3E4-86D5-4D7C-AD86-44E6EED824AC}" sibTransId="{25AA2406-ED3C-48EF-B01B-158976B009DD}"/>
    <dgm:cxn modelId="{FAA91E9C-B3E4-43E0-97E8-0911FBD82F64}" srcId="{ABCC9A66-7151-46FE-B3C3-4E69FEFC3464}" destId="{C36780F5-7F1D-4F54-819B-55D3FBFD1CA2}" srcOrd="1" destOrd="0" parTransId="{7855B4AF-DA1A-49C4-91E3-EFE9E5564F18}" sibTransId="{537B019C-0F1B-4196-B274-8A5005DE4CCB}"/>
    <dgm:cxn modelId="{D683E7A7-D4DE-4CD9-9F78-B50607B1D37F}" type="presOf" srcId="{C36780F5-7F1D-4F54-819B-55D3FBFD1CA2}" destId="{9088466E-6F52-48D4-8927-722BDFF34FA4}" srcOrd="0" destOrd="1" presId="urn:microsoft.com/office/officeart/2005/8/layout/vList2"/>
    <dgm:cxn modelId="{75D172A9-DA53-4AB7-A1B6-47897CCA7502}" srcId="{90119837-5B71-4D44-BB01-DB0B084933C8}" destId="{ABCC9A66-7151-46FE-B3C3-4E69FEFC3464}" srcOrd="1" destOrd="0" parTransId="{F3442006-FD6B-415B-A2C5-F795D7B73D3C}" sibTransId="{04B62847-0D75-4D25-858C-D543D3947F65}"/>
    <dgm:cxn modelId="{30111CD0-E029-4402-A3DE-80F6B7784FCC}" srcId="{90119837-5B71-4D44-BB01-DB0B084933C8}" destId="{252539EA-8A0A-40A3-B30A-9F39D5CCDDCD}" srcOrd="2" destOrd="0" parTransId="{B361C3F9-10E9-4D72-A3F8-9824FC3A6D73}" sibTransId="{1FE6326F-5704-4C56-BF07-DEBBD02313DB}"/>
    <dgm:cxn modelId="{2B6D41D4-393E-4797-96BE-2E6739254970}" type="presOf" srcId="{13E87298-779A-467F-B34E-234BF2A3F599}" destId="{E41EC0C4-A466-4CB6-BEAE-C329D4D5715E}" srcOrd="0" destOrd="0" presId="urn:microsoft.com/office/officeart/2005/8/layout/vList2"/>
    <dgm:cxn modelId="{CA6856DB-1695-4918-BF80-2B4BA1C3922D}" srcId="{296FD401-3635-4595-BF57-8D5A793C66FA}" destId="{13E87298-779A-467F-B34E-234BF2A3F599}" srcOrd="0" destOrd="0" parTransId="{91C1E6F9-A5FE-4BB6-8DB5-004FA8182719}" sibTransId="{383BFFDF-367A-453E-A900-5C76737E8E4A}"/>
    <dgm:cxn modelId="{9DE1D7ED-0511-4026-9CCE-F1A361AA0F3B}" type="presOf" srcId="{B38DB327-CE2A-4447-9250-BA3197A2EAB3}" destId="{9088466E-6F52-48D4-8927-722BDFF34FA4}" srcOrd="0" destOrd="0" presId="urn:microsoft.com/office/officeart/2005/8/layout/vList2"/>
    <dgm:cxn modelId="{F8EF51B6-94B4-4E2A-932F-B42AA1DB158A}" type="presParOf" srcId="{ED5DCCC5-BCA8-4491-AA37-BAF153ECA184}" destId="{DD55324C-F873-4A1A-98BF-6A4803395D14}" srcOrd="0" destOrd="0" presId="urn:microsoft.com/office/officeart/2005/8/layout/vList2"/>
    <dgm:cxn modelId="{EF26E3C4-CE98-4D7E-8956-DD3759C788CF}" type="presParOf" srcId="{ED5DCCC5-BCA8-4491-AA37-BAF153ECA184}" destId="{E41EC0C4-A466-4CB6-BEAE-C329D4D5715E}" srcOrd="1" destOrd="0" presId="urn:microsoft.com/office/officeart/2005/8/layout/vList2"/>
    <dgm:cxn modelId="{9B89C513-E1CF-4FDD-B6F4-AEBF1839884C}" type="presParOf" srcId="{ED5DCCC5-BCA8-4491-AA37-BAF153ECA184}" destId="{9805232E-3CDD-42EA-B913-D20256F2FCD8}" srcOrd="2" destOrd="0" presId="urn:microsoft.com/office/officeart/2005/8/layout/vList2"/>
    <dgm:cxn modelId="{1A61C9B5-8B29-4E6D-B299-0A96F98A7F8E}" type="presParOf" srcId="{ED5DCCC5-BCA8-4491-AA37-BAF153ECA184}" destId="{9088466E-6F52-48D4-8927-722BDFF34FA4}" srcOrd="3" destOrd="0" presId="urn:microsoft.com/office/officeart/2005/8/layout/vList2"/>
    <dgm:cxn modelId="{99050EFF-2780-451E-B6FE-3A44772BEEE8}" type="presParOf" srcId="{ED5DCCC5-BCA8-4491-AA37-BAF153ECA184}" destId="{29A62B30-9C36-4BD9-8F5F-520DCC46F1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5B79591-BFDD-4283-8048-B62950481C92}">
      <dgm:prSet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len</a:t>
          </a:r>
          <a:endParaRPr lang="en-US" u="none" dirty="0">
            <a:latin typeface="+mj-lt"/>
            <a:cs typeface="Courier New" pitchFamily="49" charset="0"/>
          </a:endParaRPr>
        </a:p>
      </dgm:t>
    </dgm:pt>
    <dgm:pt modelId="{881009A0-3596-4B0D-94D3-FEBCFF639D60}" type="parTrans" cxnId="{60AA864A-2CB0-4B87-8160-AE3B814F509C}">
      <dgm:prSet/>
      <dgm:spPr/>
      <dgm:t>
        <a:bodyPr/>
        <a:lstStyle/>
        <a:p>
          <a:endParaRPr lang="en-US"/>
        </a:p>
      </dgm:t>
    </dgm:pt>
    <dgm:pt modelId="{895132FB-3695-456A-98C1-1D874A6F7662}" type="sibTrans" cxnId="{60AA864A-2CB0-4B87-8160-AE3B814F509C}">
      <dgm:prSet/>
      <dgm:spPr/>
      <dgm:t>
        <a:bodyPr/>
        <a:lstStyle/>
        <a:p>
          <a:endParaRPr lang="en-US"/>
        </a:p>
      </dgm:t>
    </dgm:pt>
    <dgm:pt modelId="{AA9F77DF-08FC-4130-99BC-95E9F18693D1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Example</a:t>
          </a:r>
          <a:endParaRPr lang="en-US" dirty="0">
            <a:latin typeface="Courier New" pitchFamily="49" charset="0"/>
            <a:cs typeface="Courier New" pitchFamily="49" charset="0"/>
          </a:endParaRPr>
        </a:p>
      </dgm:t>
    </dgm:pt>
    <dgm:pt modelId="{FE390F78-994A-409C-8854-EC8F83362359}" type="parTrans" cxnId="{EFAE152D-8DC9-4EA6-AC31-F09CEB1C09DB}">
      <dgm:prSet/>
      <dgm:spPr/>
      <dgm:t>
        <a:bodyPr/>
        <a:lstStyle/>
        <a:p>
          <a:endParaRPr lang="en-US"/>
        </a:p>
      </dgm:t>
    </dgm:pt>
    <dgm:pt modelId="{98A875CF-B63E-4FC3-82A8-80E080275264}" type="sibTrans" cxnId="{EFAE152D-8DC9-4EA6-AC31-F09CEB1C09DB}">
      <dgm:prSet/>
      <dgm:spPr/>
      <dgm:t>
        <a:bodyPr/>
        <a:lstStyle/>
        <a:p>
          <a:endParaRPr lang="en-US"/>
        </a:p>
      </dgm:t>
    </dgm:pt>
    <dgm:pt modelId="{28140FCE-B2C3-4F01-9BF5-D31A48A4C5DB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Returns the number of elements in the tuple, so the index of last element is </a:t>
          </a:r>
          <a:r>
            <a:rPr lang="en-US" dirty="0">
              <a:latin typeface="Courier New" pitchFamily="49" charset="0"/>
              <a:cs typeface="Courier New" pitchFamily="49" charset="0"/>
            </a:rPr>
            <a:t>len(</a:t>
          </a:r>
          <a:r>
            <a:rPr lang="en-US" dirty="0">
              <a:latin typeface="+mj-lt"/>
              <a:cs typeface="Courier New" pitchFamily="49" charset="0"/>
            </a:rPr>
            <a:t>tuple</a:t>
          </a:r>
          <a:r>
            <a:rPr lang="en-US" dirty="0">
              <a:latin typeface="Courier New" pitchFamily="49" charset="0"/>
              <a:cs typeface="Courier New" pitchFamily="49" charset="0"/>
            </a:rPr>
            <a:t>)-1</a:t>
          </a:r>
        </a:p>
      </dgm:t>
    </dgm:pt>
    <dgm:pt modelId="{F5DD8253-7323-4DE3-9BCD-105C9C31CA01}" type="parTrans" cxnId="{A6B9D6FF-6B01-463E-85D6-65DE54E76FA9}">
      <dgm:prSet/>
      <dgm:spPr/>
      <dgm:t>
        <a:bodyPr/>
        <a:lstStyle/>
        <a:p>
          <a:endParaRPr lang="en-US"/>
        </a:p>
      </dgm:t>
    </dgm:pt>
    <dgm:pt modelId="{22121E7B-BAC5-4C8E-BCBE-E298580BCD2D}" type="sibTrans" cxnId="{A6B9D6FF-6B01-463E-85D6-65DE54E76FA9}">
      <dgm:prSet/>
      <dgm:spPr/>
      <dgm:t>
        <a:bodyPr/>
        <a:lstStyle/>
        <a:p>
          <a:endParaRPr lang="en-US"/>
        </a:p>
      </dgm:t>
    </dgm:pt>
    <dgm:pt modelId="{F5EE7CB7-8478-4461-8621-3932E4F454B9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Can be used to prevent an </a:t>
          </a:r>
          <a:r>
            <a:rPr lang="en-US" dirty="0">
              <a:latin typeface="Courier New" pitchFamily="49" charset="0"/>
              <a:cs typeface="Courier New" pitchFamily="49" charset="0"/>
            </a:rPr>
            <a:t>IndexError </a:t>
          </a:r>
          <a:r>
            <a:rPr lang="en-US" dirty="0">
              <a:latin typeface="+mj-lt"/>
              <a:cs typeface="Courier New" pitchFamily="49" charset="0"/>
            </a:rPr>
            <a:t>exception when iterating over a tuple with a loop</a:t>
          </a:r>
        </a:p>
      </dgm:t>
    </dgm:pt>
    <dgm:pt modelId="{5AB940D8-43BB-481C-B062-DB01B4B8AB9F}" type="parTrans" cxnId="{80B22CD5-5EF2-4703-B5E0-1B178690B5C2}">
      <dgm:prSet/>
      <dgm:spPr/>
      <dgm:t>
        <a:bodyPr/>
        <a:lstStyle/>
        <a:p>
          <a:endParaRPr lang="en-US"/>
        </a:p>
      </dgm:t>
    </dgm:pt>
    <dgm:pt modelId="{6820312C-0976-4571-9FC6-2504544F41A0}" type="sibTrans" cxnId="{80B22CD5-5EF2-4703-B5E0-1B178690B5C2}">
      <dgm:prSet/>
      <dgm:spPr/>
      <dgm:t>
        <a:bodyPr/>
        <a:lstStyle/>
        <a:p>
          <a:endParaRPr lang="en-US"/>
        </a:p>
      </dgm:t>
    </dgm:pt>
    <dgm:pt modelId="{36F87A8D-4DF0-490E-A449-37E25D4CE482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returns the length of a sequence such as a tuple</a:t>
          </a:r>
        </a:p>
      </dgm:t>
    </dgm:pt>
    <dgm:pt modelId="{65071FA6-F29D-481F-8813-36B53C5F25A0}" type="parTrans" cxnId="{3AEA664A-65EC-4C36-A5A5-A3F0D1D300E5}">
      <dgm:prSet/>
      <dgm:spPr/>
      <dgm:t>
        <a:bodyPr/>
        <a:lstStyle/>
        <a:p>
          <a:endParaRPr lang="en-US"/>
        </a:p>
      </dgm:t>
    </dgm:pt>
    <dgm:pt modelId="{1683F10F-7C8D-4B7E-B08C-86B89D7A52C1}" type="sibTrans" cxnId="{3AEA664A-65EC-4C36-A5A5-A3F0D1D300E5}">
      <dgm:prSet/>
      <dgm:spPr/>
      <dgm:t>
        <a:bodyPr/>
        <a:lstStyle/>
        <a:p>
          <a:endParaRPr lang="en-US"/>
        </a:p>
      </dgm:t>
    </dgm:pt>
    <dgm:pt modelId="{718D882D-2971-4F3A-A69D-EA31015529CB}">
      <dgm:prSet/>
      <dgm:spPr/>
      <dgm:t>
        <a:bodyPr/>
        <a:lstStyle/>
        <a:p>
          <a:r>
            <a:rPr lang="en-US" i="1" dirty="0">
              <a:latin typeface="Courier New" pitchFamily="49" charset="0"/>
              <a:cs typeface="Courier New" pitchFamily="49" charset="0"/>
            </a:rPr>
            <a:t>size</a:t>
          </a:r>
          <a:r>
            <a:rPr lang="en-US" dirty="0">
              <a:latin typeface="Courier New" pitchFamily="49" charset="0"/>
              <a:cs typeface="Courier New" pitchFamily="49" charset="0"/>
            </a:rPr>
            <a:t> = len(</a:t>
          </a:r>
          <a:r>
            <a:rPr lang="en-US" i="1" dirty="0">
              <a:latin typeface="Courier New" pitchFamily="49" charset="0"/>
              <a:cs typeface="Courier New" pitchFamily="49" charset="0"/>
            </a:rPr>
            <a:t>my_tuple</a:t>
          </a:r>
          <a:r>
            <a:rPr lang="en-US" dirty="0">
              <a:latin typeface="Courier New" pitchFamily="49" charset="0"/>
              <a:cs typeface="Courier New" pitchFamily="49" charset="0"/>
            </a:rPr>
            <a:t>)</a:t>
          </a:r>
        </a:p>
      </dgm:t>
    </dgm:pt>
    <dgm:pt modelId="{DC6656B9-6A38-46DD-A458-7AD62FF79990}" type="parTrans" cxnId="{9A0F1474-DD90-4DB8-BD5B-36483905F363}">
      <dgm:prSet/>
      <dgm:spPr/>
      <dgm:t>
        <a:bodyPr/>
        <a:lstStyle/>
        <a:p>
          <a:endParaRPr lang="en-US"/>
        </a:p>
      </dgm:t>
    </dgm:pt>
    <dgm:pt modelId="{94E7862A-28C7-4276-8559-7C9AE755878C}" type="sibTrans" cxnId="{9A0F1474-DD90-4DB8-BD5B-36483905F363}">
      <dgm:prSet/>
      <dgm:spPr/>
      <dgm:t>
        <a:bodyPr/>
        <a:lstStyle/>
        <a:p>
          <a:endParaRPr lang="en-US"/>
        </a:p>
      </dgm:t>
    </dgm:pt>
    <dgm:pt modelId="{133A0579-3D13-4EB8-A059-195979ADECEB}">
      <dgm:prSet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min </a:t>
          </a:r>
          <a:r>
            <a:rPr lang="en-US" u="none" dirty="0">
              <a:latin typeface="+mj-lt"/>
              <a:cs typeface="Courier New" pitchFamily="49" charset="0"/>
            </a:rPr>
            <a:t>and</a:t>
          </a:r>
          <a:r>
            <a:rPr lang="en-US" u="none" dirty="0">
              <a:latin typeface="Courier New" pitchFamily="49" charset="0"/>
              <a:cs typeface="Courier New" pitchFamily="49" charset="0"/>
            </a:rPr>
            <a:t> max </a:t>
          </a:r>
          <a:r>
            <a:rPr lang="en-US" u="none" dirty="0">
              <a:latin typeface="+mj-lt"/>
              <a:cs typeface="Courier New" pitchFamily="49" charset="0"/>
            </a:rPr>
            <a:t>functions</a:t>
          </a:r>
          <a:endParaRPr lang="en-US" dirty="0">
            <a:latin typeface="+mj-lt"/>
            <a:cs typeface="Courier New" pitchFamily="49" charset="0"/>
          </a:endParaRPr>
        </a:p>
      </dgm:t>
    </dgm:pt>
    <dgm:pt modelId="{4D3C56E6-1D53-45FD-B7EE-38F6C592606D}" type="parTrans" cxnId="{57DDF40C-DB77-4260-98FE-F9C6B189421A}">
      <dgm:prSet/>
      <dgm:spPr/>
      <dgm:t>
        <a:bodyPr/>
        <a:lstStyle/>
        <a:p>
          <a:endParaRPr lang="en-US"/>
        </a:p>
      </dgm:t>
    </dgm:pt>
    <dgm:pt modelId="{8230567F-F55E-4EBB-8CC3-A328BBE38D0C}" type="sibTrans" cxnId="{57DDF40C-DB77-4260-98FE-F9C6B189421A}">
      <dgm:prSet/>
      <dgm:spPr/>
      <dgm:t>
        <a:bodyPr/>
        <a:lstStyle/>
        <a:p>
          <a:endParaRPr lang="en-US"/>
        </a:p>
      </dgm:t>
    </dgm:pt>
    <dgm:pt modelId="{0932B5D0-30ED-468D-B9F9-C5DAAA1B8B4A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built-in functions that returns the item that has the lowest or highest value in a sequence</a:t>
          </a:r>
        </a:p>
      </dgm:t>
    </dgm:pt>
    <dgm:pt modelId="{22A9A869-ECD7-468B-9BD3-E6884DA7C772}" type="parTrans" cxnId="{F8969E74-06CE-45AF-B701-1525F3048367}">
      <dgm:prSet/>
      <dgm:spPr/>
      <dgm:t>
        <a:bodyPr/>
        <a:lstStyle/>
        <a:p>
          <a:endParaRPr lang="en-US"/>
        </a:p>
      </dgm:t>
    </dgm:pt>
    <dgm:pt modelId="{8BB0720D-4A94-4F9D-8D0C-15CFCF627BB0}" type="sibTrans" cxnId="{F8969E74-06CE-45AF-B701-1525F3048367}">
      <dgm:prSet/>
      <dgm:spPr/>
      <dgm:t>
        <a:bodyPr/>
        <a:lstStyle/>
        <a:p>
          <a:endParaRPr lang="en-US"/>
        </a:p>
      </dgm:t>
    </dgm:pt>
    <dgm:pt modelId="{AE9A0411-8F12-447A-AF34-6858778AF5B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The sequence is passed as an argument</a:t>
          </a:r>
          <a:endParaRPr lang="en-US" dirty="0">
            <a:latin typeface="Courier New" pitchFamily="49" charset="0"/>
            <a:cs typeface="Courier New" pitchFamily="49" charset="0"/>
          </a:endParaRPr>
        </a:p>
      </dgm:t>
    </dgm:pt>
    <dgm:pt modelId="{854039D8-165F-4758-9CAF-5748354387A2}" type="parTrans" cxnId="{B6DF7436-DDFB-483E-9784-5F6119D9D2A7}">
      <dgm:prSet/>
      <dgm:spPr/>
      <dgm:t>
        <a:bodyPr/>
        <a:lstStyle/>
        <a:p>
          <a:endParaRPr lang="en-US"/>
        </a:p>
      </dgm:t>
    </dgm:pt>
    <dgm:pt modelId="{8BAA74C3-3E69-433A-BC62-7ABAFD36A59F}" type="sibTrans" cxnId="{B6DF7436-DDFB-483E-9784-5F6119D9D2A7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46B40A9F-F1A9-4C41-BA5E-04C802361520}" type="pres">
      <dgm:prSet presAssocID="{E5B79591-BFDD-4283-8048-B62950481C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1D3FA71-E3D8-423D-8288-76C8FF084DB3}" type="pres">
      <dgm:prSet presAssocID="{E5B79591-BFDD-4283-8048-B62950481C92}" presName="childText" presStyleLbl="revTx" presStyleIdx="0" presStyleCnt="2">
        <dgm:presLayoutVars>
          <dgm:bulletEnabled val="1"/>
        </dgm:presLayoutVars>
      </dgm:prSet>
      <dgm:spPr/>
    </dgm:pt>
    <dgm:pt modelId="{0A9543F4-6213-4F92-892A-CCB6ED9FE985}" type="pres">
      <dgm:prSet presAssocID="{133A0579-3D13-4EB8-A059-195979ADEC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AFA200-1026-4A48-8315-D92996129699}" type="pres">
      <dgm:prSet presAssocID="{133A0579-3D13-4EB8-A059-195979ADECE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7DDF40C-DB77-4260-98FE-F9C6B189421A}" srcId="{90119837-5B71-4D44-BB01-DB0B084933C8}" destId="{133A0579-3D13-4EB8-A059-195979ADECEB}" srcOrd="1" destOrd="0" parTransId="{4D3C56E6-1D53-45FD-B7EE-38F6C592606D}" sibTransId="{8230567F-F55E-4EBB-8CC3-A328BBE38D0C}"/>
    <dgm:cxn modelId="{B294AB0F-6E44-40DF-B554-009BC24E4122}" type="presOf" srcId="{AA9F77DF-08FC-4130-99BC-95E9F18693D1}" destId="{11D3FA71-E3D8-423D-8288-76C8FF084DB3}" srcOrd="0" destOrd="1" presId="urn:microsoft.com/office/officeart/2005/8/layout/vList2"/>
    <dgm:cxn modelId="{EFAE152D-8DC9-4EA6-AC31-F09CEB1C09DB}" srcId="{E5B79591-BFDD-4283-8048-B62950481C92}" destId="{AA9F77DF-08FC-4130-99BC-95E9F18693D1}" srcOrd="1" destOrd="0" parTransId="{FE390F78-994A-409C-8854-EC8F83362359}" sibTransId="{98A875CF-B63E-4FC3-82A8-80E080275264}"/>
    <dgm:cxn modelId="{B6DF7436-DDFB-483E-9784-5F6119D9D2A7}" srcId="{133A0579-3D13-4EB8-A059-195979ADECEB}" destId="{AE9A0411-8F12-447A-AF34-6858778AF5B5}" srcOrd="1" destOrd="0" parTransId="{854039D8-165F-4758-9CAF-5748354387A2}" sibTransId="{8BAA74C3-3E69-433A-BC62-7ABAFD36A59F}"/>
    <dgm:cxn modelId="{F7013940-5309-4753-B8BA-DAE0FC5626E3}" type="presOf" srcId="{90119837-5B71-4D44-BB01-DB0B084933C8}" destId="{ED5DCCC5-BCA8-4491-AA37-BAF153ECA184}" srcOrd="0" destOrd="0" presId="urn:microsoft.com/office/officeart/2005/8/layout/vList2"/>
    <dgm:cxn modelId="{3FFD9141-9475-4DC6-BF35-474AE2D270F4}" type="presOf" srcId="{F5EE7CB7-8478-4461-8621-3932E4F454B9}" destId="{11D3FA71-E3D8-423D-8288-76C8FF084DB3}" srcOrd="0" destOrd="4" presId="urn:microsoft.com/office/officeart/2005/8/layout/vList2"/>
    <dgm:cxn modelId="{3AEA664A-65EC-4C36-A5A5-A3F0D1D300E5}" srcId="{E5B79591-BFDD-4283-8048-B62950481C92}" destId="{36F87A8D-4DF0-490E-A449-37E25D4CE482}" srcOrd="0" destOrd="0" parTransId="{65071FA6-F29D-481F-8813-36B53C5F25A0}" sibTransId="{1683F10F-7C8D-4B7E-B08C-86B89D7A52C1}"/>
    <dgm:cxn modelId="{60AA864A-2CB0-4B87-8160-AE3B814F509C}" srcId="{90119837-5B71-4D44-BB01-DB0B084933C8}" destId="{E5B79591-BFDD-4283-8048-B62950481C92}" srcOrd="0" destOrd="0" parTransId="{881009A0-3596-4B0D-94D3-FEBCFF639D60}" sibTransId="{895132FB-3695-456A-98C1-1D874A6F7662}"/>
    <dgm:cxn modelId="{757F4B73-4A59-4982-9485-FE63E9A5F2D2}" type="presOf" srcId="{E5B79591-BFDD-4283-8048-B62950481C92}" destId="{46B40A9F-F1A9-4C41-BA5E-04C802361520}" srcOrd="0" destOrd="0" presId="urn:microsoft.com/office/officeart/2005/8/layout/vList2"/>
    <dgm:cxn modelId="{9A0F1474-DD90-4DB8-BD5B-36483905F363}" srcId="{AA9F77DF-08FC-4130-99BC-95E9F18693D1}" destId="{718D882D-2971-4F3A-A69D-EA31015529CB}" srcOrd="0" destOrd="0" parTransId="{DC6656B9-6A38-46DD-A458-7AD62FF79990}" sibTransId="{94E7862A-28C7-4276-8559-7C9AE755878C}"/>
    <dgm:cxn modelId="{F8969E74-06CE-45AF-B701-1525F3048367}" srcId="{133A0579-3D13-4EB8-A059-195979ADECEB}" destId="{0932B5D0-30ED-468D-B9F9-C5DAAA1B8B4A}" srcOrd="0" destOrd="0" parTransId="{22A9A869-ECD7-468B-9BD3-E6884DA7C772}" sibTransId="{8BB0720D-4A94-4F9D-8D0C-15CFCF627BB0}"/>
    <dgm:cxn modelId="{68495575-6882-4CB4-A3C2-5CC3311B62E7}" type="presOf" srcId="{0932B5D0-30ED-468D-B9F9-C5DAAA1B8B4A}" destId="{00AFA200-1026-4A48-8315-D92996129699}" srcOrd="0" destOrd="0" presId="urn:microsoft.com/office/officeart/2005/8/layout/vList2"/>
    <dgm:cxn modelId="{6B6C19B1-EE2B-4007-AD62-4A8E584F4A32}" type="presOf" srcId="{133A0579-3D13-4EB8-A059-195979ADECEB}" destId="{0A9543F4-6213-4F92-892A-CCB6ED9FE985}" srcOrd="0" destOrd="0" presId="urn:microsoft.com/office/officeart/2005/8/layout/vList2"/>
    <dgm:cxn modelId="{F63751CE-FFBA-4D01-B0B2-54C06A01435A}" type="presOf" srcId="{36F87A8D-4DF0-490E-A449-37E25D4CE482}" destId="{11D3FA71-E3D8-423D-8288-76C8FF084DB3}" srcOrd="0" destOrd="0" presId="urn:microsoft.com/office/officeart/2005/8/layout/vList2"/>
    <dgm:cxn modelId="{80B22CD5-5EF2-4703-B5E0-1B178690B5C2}" srcId="{E5B79591-BFDD-4283-8048-B62950481C92}" destId="{F5EE7CB7-8478-4461-8621-3932E4F454B9}" srcOrd="3" destOrd="0" parTransId="{5AB940D8-43BB-481C-B062-DB01B4B8AB9F}" sibTransId="{6820312C-0976-4571-9FC6-2504544F41A0}"/>
    <dgm:cxn modelId="{AB2D66D6-1DB2-4ED9-B9A4-42B5E931DCC6}" type="presOf" srcId="{718D882D-2971-4F3A-A69D-EA31015529CB}" destId="{11D3FA71-E3D8-423D-8288-76C8FF084DB3}" srcOrd="0" destOrd="2" presId="urn:microsoft.com/office/officeart/2005/8/layout/vList2"/>
    <dgm:cxn modelId="{CCEF92E6-836A-4CC4-8621-82EA5B164A17}" type="presOf" srcId="{AE9A0411-8F12-447A-AF34-6858778AF5B5}" destId="{00AFA200-1026-4A48-8315-D92996129699}" srcOrd="0" destOrd="1" presId="urn:microsoft.com/office/officeart/2005/8/layout/vList2"/>
    <dgm:cxn modelId="{34AA02EE-FD59-45D2-887D-AEBD0B4C8D75}" type="presOf" srcId="{28140FCE-B2C3-4F01-9BF5-D31A48A4C5DB}" destId="{11D3FA71-E3D8-423D-8288-76C8FF084DB3}" srcOrd="0" destOrd="3" presId="urn:microsoft.com/office/officeart/2005/8/layout/vList2"/>
    <dgm:cxn modelId="{A6B9D6FF-6B01-463E-85D6-65DE54E76FA9}" srcId="{E5B79591-BFDD-4283-8048-B62950481C92}" destId="{28140FCE-B2C3-4F01-9BF5-D31A48A4C5DB}" srcOrd="2" destOrd="0" parTransId="{F5DD8253-7323-4DE3-9BCD-105C9C31CA01}" sibTransId="{22121E7B-BAC5-4C8E-BCBE-E298580BCD2D}"/>
    <dgm:cxn modelId="{C7D36CBB-13DA-4562-AC15-3431E1565479}" type="presParOf" srcId="{ED5DCCC5-BCA8-4491-AA37-BAF153ECA184}" destId="{46B40A9F-F1A9-4C41-BA5E-04C802361520}" srcOrd="0" destOrd="0" presId="urn:microsoft.com/office/officeart/2005/8/layout/vList2"/>
    <dgm:cxn modelId="{F43C02C4-CCC7-49F2-A13D-B7A4B617C166}" type="presParOf" srcId="{ED5DCCC5-BCA8-4491-AA37-BAF153ECA184}" destId="{11D3FA71-E3D8-423D-8288-76C8FF084DB3}" srcOrd="1" destOrd="0" presId="urn:microsoft.com/office/officeart/2005/8/layout/vList2"/>
    <dgm:cxn modelId="{8F5E0ABE-E689-4251-88B0-AEFBFDB2FACC}" type="presParOf" srcId="{ED5DCCC5-BCA8-4491-AA37-BAF153ECA184}" destId="{0A9543F4-6213-4F92-892A-CCB6ED9FE985}" srcOrd="2" destOrd="0" presId="urn:microsoft.com/office/officeart/2005/8/layout/vList2"/>
    <dgm:cxn modelId="{873C459D-0D7D-4BD3-A065-9C9BBFCBF461}" type="presParOf" srcId="{ED5DCCC5-BCA8-4491-AA37-BAF153ECA184}" destId="{00AFA200-1026-4A48-8315-D9299612969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3B2D59-BF1D-46BC-A8C4-950E9AD0C1CC}">
      <dgm:prSet/>
      <dgm:spPr/>
      <dgm:t>
        <a:bodyPr/>
        <a:lstStyle/>
        <a:p>
          <a:r>
            <a:rPr lang="en-US" u="none" dirty="0">
              <a:latin typeface="Courier New" pitchFamily="49" charset="0"/>
              <a:cs typeface="Courier New" pitchFamily="49" charset="0"/>
            </a:rPr>
            <a:t>index(</a:t>
          </a:r>
          <a:r>
            <a:rPr lang="en-US" i="1" u="none" dirty="0">
              <a:latin typeface="Courier New" pitchFamily="49" charset="0"/>
              <a:cs typeface="Courier New" pitchFamily="49" charset="0"/>
            </a:rPr>
            <a:t>item</a:t>
          </a:r>
          <a:r>
            <a:rPr lang="en-US" u="none" dirty="0">
              <a:latin typeface="Courier New" pitchFamily="49" charset="0"/>
              <a:cs typeface="Courier New" pitchFamily="49" charset="0"/>
            </a:rPr>
            <a:t>)</a:t>
          </a:r>
          <a:endParaRPr lang="en-US" u="none" dirty="0">
            <a:latin typeface="+mj-lt"/>
            <a:cs typeface="Courier New" pitchFamily="49" charset="0"/>
          </a:endParaRPr>
        </a:p>
      </dgm:t>
    </dgm:pt>
    <dgm:pt modelId="{5FE64FDC-66B8-455E-A050-9036385E10B7}" type="parTrans" cxnId="{FA2513A6-4CBC-4754-BB2D-68395439A35F}">
      <dgm:prSet/>
      <dgm:spPr/>
      <dgm:t>
        <a:bodyPr/>
        <a:lstStyle/>
        <a:p>
          <a:endParaRPr lang="en-US"/>
        </a:p>
      </dgm:t>
    </dgm:pt>
    <dgm:pt modelId="{198AAEAD-42AF-474C-9ACC-10C9C0D85511}" type="sibTrans" cxnId="{FA2513A6-4CBC-4754-BB2D-68395439A35F}">
      <dgm:prSet/>
      <dgm:spPr/>
      <dgm:t>
        <a:bodyPr/>
        <a:lstStyle/>
        <a:p>
          <a:endParaRPr lang="en-US"/>
        </a:p>
      </dgm:t>
    </dgm:pt>
    <dgm:pt modelId="{39A33158-A814-495E-863E-75A6F52BF17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Returns the index of the first element in the tuple containing </a:t>
          </a:r>
          <a:r>
            <a:rPr lang="en-US" dirty="0">
              <a:latin typeface="Courier New" pitchFamily="49" charset="0"/>
              <a:cs typeface="Courier New" pitchFamily="49" charset="0"/>
            </a:rPr>
            <a:t>item</a:t>
          </a:r>
        </a:p>
      </dgm:t>
    </dgm:pt>
    <dgm:pt modelId="{6CA9A3F0-2989-433B-8C96-5941648426C9}" type="parTrans" cxnId="{1D6F190F-FF0F-49CF-96EB-EB8B7E5AA99D}">
      <dgm:prSet/>
      <dgm:spPr/>
      <dgm:t>
        <a:bodyPr/>
        <a:lstStyle/>
        <a:p>
          <a:endParaRPr lang="en-US"/>
        </a:p>
      </dgm:t>
    </dgm:pt>
    <dgm:pt modelId="{0C39A582-00D6-4828-BF38-43B1E29BA6CC}" type="sibTrans" cxnId="{1D6F190F-FF0F-49CF-96EB-EB8B7E5AA99D}">
      <dgm:prSet/>
      <dgm:spPr/>
      <dgm:t>
        <a:bodyPr/>
        <a:lstStyle/>
        <a:p>
          <a:endParaRPr lang="en-US"/>
        </a:p>
      </dgm:t>
    </dgm:pt>
    <dgm:pt modelId="{EB962CD6-F412-41A8-A491-0D7012F96216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Raises</a:t>
          </a:r>
          <a:r>
            <a:rPr lang="en-US" dirty="0">
              <a:latin typeface="Courier New" pitchFamily="49" charset="0"/>
              <a:cs typeface="Courier New" pitchFamily="49" charset="0"/>
            </a:rPr>
            <a:t> ValueError</a:t>
          </a:r>
          <a:r>
            <a:rPr lang="en-US" dirty="0">
              <a:latin typeface="+mj-lt"/>
              <a:cs typeface="Courier New" pitchFamily="49" charset="0"/>
            </a:rPr>
            <a:t> exception if </a:t>
          </a:r>
          <a:r>
            <a:rPr lang="en-US" i="1" dirty="0">
              <a:latin typeface="Courier New" pitchFamily="49" charset="0"/>
              <a:cs typeface="Courier New" pitchFamily="49" charset="0"/>
            </a:rPr>
            <a:t>item</a:t>
          </a:r>
          <a:r>
            <a:rPr lang="en-US" dirty="0">
              <a:latin typeface="+mj-lt"/>
              <a:cs typeface="Courier New" pitchFamily="49" charset="0"/>
            </a:rPr>
            <a:t> not in the tuple</a:t>
          </a:r>
          <a:endParaRPr lang="en-US" dirty="0">
            <a:latin typeface="Courier New" pitchFamily="49" charset="0"/>
            <a:cs typeface="Courier New" pitchFamily="49" charset="0"/>
          </a:endParaRPr>
        </a:p>
      </dgm:t>
    </dgm:pt>
    <dgm:pt modelId="{4DE2EE50-D3A9-49F8-9D41-9CEF369C9826}" type="parTrans" cxnId="{5AA71DB8-EED6-4B6A-999C-3FA56C9FB0A4}">
      <dgm:prSet/>
      <dgm:spPr/>
      <dgm:t>
        <a:bodyPr/>
        <a:lstStyle/>
        <a:p>
          <a:endParaRPr lang="en-US"/>
        </a:p>
      </dgm:t>
    </dgm:pt>
    <dgm:pt modelId="{8B763F3B-405F-49FB-AC62-105F2AAE31BE}" type="sibTrans" cxnId="{5AA71DB8-EED6-4B6A-999C-3FA56C9FB0A4}">
      <dgm:prSet/>
      <dgm:spPr/>
      <dgm:t>
        <a:bodyPr/>
        <a:lstStyle/>
        <a:p>
          <a:endParaRPr lang="en-US"/>
        </a:p>
      </dgm:t>
    </dgm:pt>
    <dgm:pt modelId="{764C5199-6BE3-4A1D-A146-FB02AFDF98B5}">
      <dgm:prSet/>
      <dgm:spPr/>
      <dgm:t>
        <a:bodyPr/>
        <a:lstStyle/>
        <a:p>
          <a:r>
            <a:rPr lang="en-US" dirty="0">
              <a:latin typeface="+mj-lt"/>
              <a:cs typeface="Courier New" pitchFamily="49" charset="0"/>
            </a:rPr>
            <a:t>used to determine where an item is located in a tuple</a:t>
          </a:r>
        </a:p>
      </dgm:t>
    </dgm:pt>
    <dgm:pt modelId="{3D900D52-297C-4132-8B69-5302241089EC}" type="parTrans" cxnId="{EAB7FBB5-6EE3-4783-8CE1-8E1D752D3CFD}">
      <dgm:prSet/>
      <dgm:spPr/>
      <dgm:t>
        <a:bodyPr/>
        <a:lstStyle/>
        <a:p>
          <a:endParaRPr lang="en-US"/>
        </a:p>
      </dgm:t>
    </dgm:pt>
    <dgm:pt modelId="{E40357C2-0875-40A6-87A1-174163E2BC38}" type="sibTrans" cxnId="{EAB7FBB5-6EE3-4783-8CE1-8E1D752D3CFD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6E7E42BB-5D16-4720-9637-FD13A9A510D8}" type="pres">
      <dgm:prSet presAssocID="{0B3B2D59-BF1D-46BC-A8C4-950E9AD0C1C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098582E-A9C4-46AF-89F7-E5691A22D9CD}" type="pres">
      <dgm:prSet presAssocID="{0B3B2D59-BF1D-46BC-A8C4-950E9AD0C1C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D6F190F-FF0F-49CF-96EB-EB8B7E5AA99D}" srcId="{0B3B2D59-BF1D-46BC-A8C4-950E9AD0C1CC}" destId="{39A33158-A814-495E-863E-75A6F52BF176}" srcOrd="1" destOrd="0" parTransId="{6CA9A3F0-2989-433B-8C96-5941648426C9}" sibTransId="{0C39A582-00D6-4828-BF38-43B1E29BA6CC}"/>
    <dgm:cxn modelId="{A867643E-0465-4878-A3C3-463E68F93772}" type="presOf" srcId="{90119837-5B71-4D44-BB01-DB0B084933C8}" destId="{ED5DCCC5-BCA8-4491-AA37-BAF153ECA184}" srcOrd="0" destOrd="0" presId="urn:microsoft.com/office/officeart/2005/8/layout/vList2"/>
    <dgm:cxn modelId="{2C37785B-DAD3-4C11-8D8F-823B39307A83}" type="presOf" srcId="{EB962CD6-F412-41A8-A491-0D7012F96216}" destId="{9098582E-A9C4-46AF-89F7-E5691A22D9CD}" srcOrd="0" destOrd="2" presId="urn:microsoft.com/office/officeart/2005/8/layout/vList2"/>
    <dgm:cxn modelId="{B1820E62-8CFC-4187-9BB0-8F26808DB873}" type="presOf" srcId="{0B3B2D59-BF1D-46BC-A8C4-950E9AD0C1CC}" destId="{6E7E42BB-5D16-4720-9637-FD13A9A510D8}" srcOrd="0" destOrd="0" presId="urn:microsoft.com/office/officeart/2005/8/layout/vList2"/>
    <dgm:cxn modelId="{FA2513A6-4CBC-4754-BB2D-68395439A35F}" srcId="{90119837-5B71-4D44-BB01-DB0B084933C8}" destId="{0B3B2D59-BF1D-46BC-A8C4-950E9AD0C1CC}" srcOrd="0" destOrd="0" parTransId="{5FE64FDC-66B8-455E-A050-9036385E10B7}" sibTransId="{198AAEAD-42AF-474C-9ACC-10C9C0D85511}"/>
    <dgm:cxn modelId="{EAB7FBB5-6EE3-4783-8CE1-8E1D752D3CFD}" srcId="{0B3B2D59-BF1D-46BC-A8C4-950E9AD0C1CC}" destId="{764C5199-6BE3-4A1D-A146-FB02AFDF98B5}" srcOrd="0" destOrd="0" parTransId="{3D900D52-297C-4132-8B69-5302241089EC}" sibTransId="{E40357C2-0875-40A6-87A1-174163E2BC38}"/>
    <dgm:cxn modelId="{5AA71DB8-EED6-4B6A-999C-3FA56C9FB0A4}" srcId="{0B3B2D59-BF1D-46BC-A8C4-950E9AD0C1CC}" destId="{EB962CD6-F412-41A8-A491-0D7012F96216}" srcOrd="2" destOrd="0" parTransId="{4DE2EE50-D3A9-49F8-9D41-9CEF369C9826}" sibTransId="{8B763F3B-405F-49FB-AC62-105F2AAE31BE}"/>
    <dgm:cxn modelId="{15742BC3-0592-4EC8-BB2E-72AD7359C9B4}" type="presOf" srcId="{39A33158-A814-495E-863E-75A6F52BF176}" destId="{9098582E-A9C4-46AF-89F7-E5691A22D9CD}" srcOrd="0" destOrd="1" presId="urn:microsoft.com/office/officeart/2005/8/layout/vList2"/>
    <dgm:cxn modelId="{1A0AA9FB-D22C-4EDA-A38D-54A94929A0C7}" type="presOf" srcId="{764C5199-6BE3-4A1D-A146-FB02AFDF98B5}" destId="{9098582E-A9C4-46AF-89F7-E5691A22D9CD}" srcOrd="0" destOrd="0" presId="urn:microsoft.com/office/officeart/2005/8/layout/vList2"/>
    <dgm:cxn modelId="{A6878CA2-21CE-482A-BA64-720B495320D2}" type="presParOf" srcId="{ED5DCCC5-BCA8-4491-AA37-BAF153ECA184}" destId="{6E7E42BB-5D16-4720-9637-FD13A9A510D8}" srcOrd="0" destOrd="0" presId="urn:microsoft.com/office/officeart/2005/8/layout/vList2"/>
    <dgm:cxn modelId="{3FF12EAF-E737-4A5C-B180-32A624656188}" type="presParOf" srcId="{ED5DCCC5-BCA8-4491-AA37-BAF153ECA184}" destId="{9098582E-A9C4-46AF-89F7-E5691A22D9C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96FD401-3635-4595-BF57-8D5A793C66FA}">
      <dgm:prSet phldrT="[Text]"/>
      <dgm:spPr/>
      <dgm:t>
        <a:bodyPr/>
        <a:lstStyle/>
        <a:p>
          <a:r>
            <a:rPr lang="en-US" b="1" i="0" dirty="0"/>
            <a:t>count()</a:t>
          </a:r>
          <a:r>
            <a:rPr lang="en-US" b="0" i="0" dirty="0"/>
            <a:t> </a:t>
          </a:r>
          <a:endParaRPr lang="en-US" u="none" dirty="0"/>
        </a:p>
      </dgm:t>
    </dgm:pt>
    <dgm:pt modelId="{9AA00EF1-4C41-45CB-B882-B8CB2ACDFE01}" type="parTrans" cxnId="{55BADC69-0B2D-490A-8FB6-4EB3262D91D3}">
      <dgm:prSet/>
      <dgm:spPr/>
      <dgm:t>
        <a:bodyPr/>
        <a:lstStyle/>
        <a:p>
          <a:endParaRPr lang="en-US"/>
        </a:p>
      </dgm:t>
    </dgm:pt>
    <dgm:pt modelId="{BE2F50DC-2FCB-47D0-B6FF-0AA8D86AAFC6}" type="sibTrans" cxnId="{55BADC69-0B2D-490A-8FB6-4EB3262D91D3}">
      <dgm:prSet/>
      <dgm:spPr/>
      <dgm:t>
        <a:bodyPr/>
        <a:lstStyle/>
        <a:p>
          <a:endParaRPr lang="en-US"/>
        </a:p>
      </dgm:t>
    </dgm:pt>
    <dgm:pt modelId="{774B4D59-2B70-4C8B-AE2C-C01F6D53BAEC}">
      <dgm:prSet phldrT="[Text]"/>
      <dgm:spPr/>
      <dgm:t>
        <a:bodyPr/>
        <a:lstStyle/>
        <a:p>
          <a:r>
            <a:rPr lang="en-US" b="0" i="0" dirty="0"/>
            <a:t>returns count of how many times </a:t>
          </a:r>
          <a:r>
            <a:rPr lang="en-US" b="0" i="1" dirty="0"/>
            <a:t>obj</a:t>
          </a:r>
          <a:r>
            <a:rPr lang="en-US" b="0" i="0" dirty="0"/>
            <a:t> occurs in tuple.</a:t>
          </a:r>
          <a:endParaRPr lang="en-US" u="none" dirty="0"/>
        </a:p>
      </dgm:t>
    </dgm:pt>
    <dgm:pt modelId="{A3504706-7997-4F5E-9CD8-36D2B4A723AA}" type="parTrans" cxnId="{39F55D0A-79C1-4C5D-B809-EC46963B3CE6}">
      <dgm:prSet/>
      <dgm:spPr/>
      <dgm:t>
        <a:bodyPr/>
        <a:lstStyle/>
        <a:p>
          <a:endParaRPr lang="en-US"/>
        </a:p>
      </dgm:t>
    </dgm:pt>
    <dgm:pt modelId="{82E6B26C-09B3-4ADF-B28C-BF7E8F08185B}" type="sibTrans" cxnId="{39F55D0A-79C1-4C5D-B809-EC46963B3CE6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DD55324C-F873-4A1A-98BF-6A4803395D14}" type="pres">
      <dgm:prSet presAssocID="{296FD401-3635-4595-BF57-8D5A793C66F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41EC0C4-A466-4CB6-BEAE-C329D4D5715E}" type="pres">
      <dgm:prSet presAssocID="{296FD401-3635-4595-BF57-8D5A793C66F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9F55D0A-79C1-4C5D-B809-EC46963B3CE6}" srcId="{296FD401-3635-4595-BF57-8D5A793C66FA}" destId="{774B4D59-2B70-4C8B-AE2C-C01F6D53BAEC}" srcOrd="0" destOrd="0" parTransId="{A3504706-7997-4F5E-9CD8-36D2B4A723AA}" sibTransId="{82E6B26C-09B3-4ADF-B28C-BF7E8F08185B}"/>
    <dgm:cxn modelId="{9A6F1010-A8EF-4053-AD50-566134C16C1F}" type="presOf" srcId="{90119837-5B71-4D44-BB01-DB0B084933C8}" destId="{ED5DCCC5-BCA8-4491-AA37-BAF153ECA184}" srcOrd="0" destOrd="0" presId="urn:microsoft.com/office/officeart/2005/8/layout/vList2"/>
    <dgm:cxn modelId="{55BADC69-0B2D-490A-8FB6-4EB3262D91D3}" srcId="{90119837-5B71-4D44-BB01-DB0B084933C8}" destId="{296FD401-3635-4595-BF57-8D5A793C66FA}" srcOrd="0" destOrd="0" parTransId="{9AA00EF1-4C41-45CB-B882-B8CB2ACDFE01}" sibTransId="{BE2F50DC-2FCB-47D0-B6FF-0AA8D86AAFC6}"/>
    <dgm:cxn modelId="{38708B74-01D9-4629-B6A5-2E0586EA5CFD}" type="presOf" srcId="{296FD401-3635-4595-BF57-8D5A793C66FA}" destId="{DD55324C-F873-4A1A-98BF-6A4803395D14}" srcOrd="0" destOrd="0" presId="urn:microsoft.com/office/officeart/2005/8/layout/vList2"/>
    <dgm:cxn modelId="{28FA50C4-E50F-4A11-8965-62A211D85150}" type="presOf" srcId="{774B4D59-2B70-4C8B-AE2C-C01F6D53BAEC}" destId="{E41EC0C4-A466-4CB6-BEAE-C329D4D5715E}" srcOrd="0" destOrd="0" presId="urn:microsoft.com/office/officeart/2005/8/layout/vList2"/>
    <dgm:cxn modelId="{148B8419-AC6D-4AA9-9B50-94DDCD7D1581}" type="presParOf" srcId="{ED5DCCC5-BCA8-4491-AA37-BAF153ECA184}" destId="{DD55324C-F873-4A1A-98BF-6A4803395D14}" srcOrd="0" destOrd="0" presId="urn:microsoft.com/office/officeart/2005/8/layout/vList2"/>
    <dgm:cxn modelId="{8B88E018-453C-4B39-9818-E7AC4E141B40}" type="presParOf" srcId="{ED5DCCC5-BCA8-4491-AA37-BAF153ECA184}" destId="{E41EC0C4-A466-4CB6-BEAE-C329D4D5715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93914"/>
          <a:ext cx="4648200" cy="7798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u="none" kern="1200" dirty="0">
              <a:latin typeface="Courier New" pitchFamily="49" charset="0"/>
              <a:cs typeface="Courier New" pitchFamily="49" charset="0"/>
            </a:rPr>
            <a:t>append(</a:t>
          </a:r>
          <a:r>
            <a:rPr lang="en-US" sz="3100" i="1" u="none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3100" u="sng" kern="1200" dirty="0">
              <a:latin typeface="Courier New" pitchFamily="49" charset="0"/>
              <a:cs typeface="Courier New" pitchFamily="49" charset="0"/>
            </a:rPr>
            <a:t>)</a:t>
          </a:r>
          <a:endParaRPr lang="en-US" sz="3100" u="none" kern="1200" dirty="0"/>
        </a:p>
      </dsp:txBody>
      <dsp:txXfrm>
        <a:off x="38067" y="231981"/>
        <a:ext cx="4572066" cy="703671"/>
      </dsp:txXfrm>
    </dsp:sp>
    <dsp:sp modelId="{E41EC0C4-A466-4CB6-BEAE-C329D4D5715E}">
      <dsp:nvSpPr>
        <dsp:cNvPr id="0" name=""/>
        <dsp:cNvSpPr/>
      </dsp:nvSpPr>
      <dsp:spPr>
        <a:xfrm>
          <a:off x="0" y="973719"/>
          <a:ext cx="4648200" cy="1122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8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j-lt"/>
              <a:cs typeface="Courier New" pitchFamily="49" charset="0"/>
            </a:rPr>
            <a:t>used to add items to a list – </a:t>
          </a:r>
          <a:r>
            <a:rPr lang="en-US" sz="2400" i="1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2400" kern="1200" dirty="0">
              <a:latin typeface="+mj-lt"/>
              <a:cs typeface="Courier New" pitchFamily="49" charset="0"/>
            </a:rPr>
            <a:t> is appended to the end of the existing list</a:t>
          </a:r>
          <a:endParaRPr lang="en-US" sz="2400" u="none" kern="1200" dirty="0"/>
        </a:p>
      </dsp:txBody>
      <dsp:txXfrm>
        <a:off x="0" y="973719"/>
        <a:ext cx="4648200" cy="1122975"/>
      </dsp:txXfrm>
    </dsp:sp>
    <dsp:sp modelId="{6E7E42BB-5D16-4720-9637-FD13A9A510D8}">
      <dsp:nvSpPr>
        <dsp:cNvPr id="0" name=""/>
        <dsp:cNvSpPr/>
      </dsp:nvSpPr>
      <dsp:spPr>
        <a:xfrm>
          <a:off x="0" y="2096694"/>
          <a:ext cx="4648200" cy="7798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u="none" kern="1200" dirty="0">
              <a:latin typeface="Courier New" pitchFamily="49" charset="0"/>
              <a:cs typeface="Courier New" pitchFamily="49" charset="0"/>
            </a:rPr>
            <a:t>index(</a:t>
          </a:r>
          <a:r>
            <a:rPr lang="en-US" sz="3100" i="1" u="none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3100" u="none" kern="1200" dirty="0">
              <a:latin typeface="Courier New" pitchFamily="49" charset="0"/>
              <a:cs typeface="Courier New" pitchFamily="49" charset="0"/>
            </a:rPr>
            <a:t>)</a:t>
          </a:r>
          <a:endParaRPr lang="en-US" sz="3100" u="none" kern="1200" dirty="0">
            <a:latin typeface="+mj-lt"/>
            <a:cs typeface="Courier New" pitchFamily="49" charset="0"/>
          </a:endParaRPr>
        </a:p>
      </dsp:txBody>
      <dsp:txXfrm>
        <a:off x="38067" y="2134761"/>
        <a:ext cx="4572066" cy="703671"/>
      </dsp:txXfrm>
    </dsp:sp>
    <dsp:sp modelId="{9098582E-A9C4-46AF-89F7-E5691A22D9CD}">
      <dsp:nvSpPr>
        <dsp:cNvPr id="0" name=""/>
        <dsp:cNvSpPr/>
      </dsp:nvSpPr>
      <dsp:spPr>
        <a:xfrm>
          <a:off x="0" y="2876499"/>
          <a:ext cx="4648200" cy="256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8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j-lt"/>
              <a:cs typeface="Courier New" pitchFamily="49" charset="0"/>
            </a:rPr>
            <a:t>used to determine where an item is located in a list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j-lt"/>
              <a:cs typeface="Courier New" pitchFamily="49" charset="0"/>
            </a:rPr>
            <a:t>Returns the index of the first element in the list containing </a:t>
          </a:r>
          <a:r>
            <a:rPr lang="en-US" sz="2400" kern="1200" dirty="0">
              <a:latin typeface="Courier New" pitchFamily="49" charset="0"/>
              <a:cs typeface="Courier New" pitchFamily="49" charset="0"/>
            </a:rPr>
            <a:t>item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+mj-lt"/>
              <a:cs typeface="Courier New" pitchFamily="49" charset="0"/>
            </a:rPr>
            <a:t>Raises</a:t>
          </a:r>
          <a:r>
            <a:rPr lang="en-US" sz="2400" kern="1200" dirty="0">
              <a:latin typeface="Courier New" pitchFamily="49" charset="0"/>
              <a:cs typeface="Courier New" pitchFamily="49" charset="0"/>
            </a:rPr>
            <a:t> ValueError</a:t>
          </a:r>
          <a:r>
            <a:rPr lang="en-US" sz="2400" kern="1200" dirty="0">
              <a:latin typeface="+mj-lt"/>
              <a:cs typeface="Courier New" pitchFamily="49" charset="0"/>
            </a:rPr>
            <a:t> exception if </a:t>
          </a:r>
          <a:r>
            <a:rPr lang="en-US" sz="2400" i="1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2400" kern="1200" dirty="0">
              <a:latin typeface="+mj-lt"/>
              <a:cs typeface="Courier New" pitchFamily="49" charset="0"/>
            </a:rPr>
            <a:t> not in the list</a:t>
          </a:r>
          <a:endParaRPr lang="en-US" sz="2400" kern="1200" dirty="0">
            <a:latin typeface="Courier New" pitchFamily="49" charset="0"/>
            <a:cs typeface="Courier New" pitchFamily="49" charset="0"/>
          </a:endParaRPr>
        </a:p>
      </dsp:txBody>
      <dsp:txXfrm>
        <a:off x="0" y="2876499"/>
        <a:ext cx="4648200" cy="2566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1642"/>
          <a:ext cx="5029199" cy="704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insert(</a:t>
          </a:r>
          <a:r>
            <a:rPr lang="en-US" altLang="en-US" sz="2800" i="1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index, item</a:t>
          </a: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)</a:t>
          </a:r>
          <a:endParaRPr lang="en-US" sz="2800" u="none" kern="1200" dirty="0"/>
        </a:p>
      </dsp:txBody>
      <dsp:txXfrm>
        <a:off x="34383" y="46025"/>
        <a:ext cx="4960433" cy="635573"/>
      </dsp:txXfrm>
    </dsp:sp>
    <dsp:sp modelId="{E41EC0C4-A466-4CB6-BEAE-C329D4D5715E}">
      <dsp:nvSpPr>
        <dsp:cNvPr id="0" name=""/>
        <dsp:cNvSpPr/>
      </dsp:nvSpPr>
      <dsp:spPr>
        <a:xfrm>
          <a:off x="0" y="715982"/>
          <a:ext cx="5029199" cy="710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200" kern="1200"/>
            <a:t>used to insert </a:t>
          </a:r>
          <a:r>
            <a:rPr lang="en-US" altLang="en-US" sz="2200" i="1" kern="1200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 sz="2200" kern="1200"/>
            <a:t> at position </a:t>
          </a:r>
          <a:r>
            <a:rPr lang="en-US" altLang="en-US" sz="2200" i="1" kern="1200">
              <a:latin typeface="Courier New" panose="02070309020205020404" pitchFamily="49" charset="0"/>
              <a:cs typeface="Courier New" panose="02070309020205020404" pitchFamily="49" charset="0"/>
            </a:rPr>
            <a:t>index</a:t>
          </a:r>
          <a:r>
            <a:rPr lang="en-US" altLang="en-US" sz="2200" kern="1200"/>
            <a:t> in the list</a:t>
          </a:r>
          <a:endParaRPr lang="en-US" sz="2200" u="none" kern="1200" dirty="0"/>
        </a:p>
      </dsp:txBody>
      <dsp:txXfrm>
        <a:off x="0" y="715982"/>
        <a:ext cx="5029199" cy="710010"/>
      </dsp:txXfrm>
    </dsp:sp>
    <dsp:sp modelId="{11B63878-6DB1-43ED-9258-29DEC3AA5E9D}">
      <dsp:nvSpPr>
        <dsp:cNvPr id="0" name=""/>
        <dsp:cNvSpPr/>
      </dsp:nvSpPr>
      <dsp:spPr>
        <a:xfrm>
          <a:off x="0" y="1425992"/>
          <a:ext cx="5029199" cy="704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sort()</a:t>
          </a:r>
          <a:endParaRPr lang="en-US" altLang="en-US" sz="2800" u="none" kern="1200" dirty="0"/>
        </a:p>
      </dsp:txBody>
      <dsp:txXfrm>
        <a:off x="34383" y="1460375"/>
        <a:ext cx="4960433" cy="635573"/>
      </dsp:txXfrm>
    </dsp:sp>
    <dsp:sp modelId="{ABEA3318-86EB-4996-A83A-811B19CA1007}">
      <dsp:nvSpPr>
        <dsp:cNvPr id="0" name=""/>
        <dsp:cNvSpPr/>
      </dsp:nvSpPr>
      <dsp:spPr>
        <a:xfrm>
          <a:off x="0" y="2130332"/>
          <a:ext cx="5029199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200" kern="1200" dirty="0"/>
            <a:t>used to sort the elements of the list in ascending order</a:t>
          </a:r>
        </a:p>
      </dsp:txBody>
      <dsp:txXfrm>
        <a:off x="0" y="2130332"/>
        <a:ext cx="5029199" cy="695520"/>
      </dsp:txXfrm>
    </dsp:sp>
    <dsp:sp modelId="{6A997A9B-887B-4526-B7B2-92AE4A764346}">
      <dsp:nvSpPr>
        <dsp:cNvPr id="0" name=""/>
        <dsp:cNvSpPr/>
      </dsp:nvSpPr>
      <dsp:spPr>
        <a:xfrm>
          <a:off x="0" y="2825852"/>
          <a:ext cx="5029199" cy="704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remove(</a:t>
          </a:r>
          <a:r>
            <a:rPr lang="en-US" altLang="en-US" sz="2800" i="1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)</a:t>
          </a:r>
          <a:endParaRPr lang="en-US" altLang="en-US" sz="2800" u="none" kern="1200" dirty="0"/>
        </a:p>
      </dsp:txBody>
      <dsp:txXfrm>
        <a:off x="34383" y="2860235"/>
        <a:ext cx="4960433" cy="635573"/>
      </dsp:txXfrm>
    </dsp:sp>
    <dsp:sp modelId="{6AB526C8-4711-4F4D-B1B3-7FA114B6AF78}">
      <dsp:nvSpPr>
        <dsp:cNvPr id="0" name=""/>
        <dsp:cNvSpPr/>
      </dsp:nvSpPr>
      <dsp:spPr>
        <a:xfrm>
          <a:off x="0" y="3530192"/>
          <a:ext cx="5029199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200" kern="1200" dirty="0"/>
            <a:t>removes the first occurrence of </a:t>
          </a:r>
          <a:r>
            <a:rPr lang="en-US" altLang="en-US" sz="2200" i="1" kern="1200" dirty="0">
              <a:latin typeface="Courier New" panose="02070309020205020404" pitchFamily="49" charset="0"/>
              <a:cs typeface="Courier New" panose="02070309020205020404" pitchFamily="49" charset="0"/>
            </a:rPr>
            <a:t>item</a:t>
          </a:r>
          <a:r>
            <a:rPr lang="en-US" altLang="en-US" sz="2200" kern="1200" dirty="0"/>
            <a:t> in the list</a:t>
          </a:r>
        </a:p>
      </dsp:txBody>
      <dsp:txXfrm>
        <a:off x="0" y="3530192"/>
        <a:ext cx="5029199" cy="695520"/>
      </dsp:txXfrm>
    </dsp:sp>
    <dsp:sp modelId="{3EE1B384-AC6D-4D9F-886C-E49FC5A34543}">
      <dsp:nvSpPr>
        <dsp:cNvPr id="0" name=""/>
        <dsp:cNvSpPr/>
      </dsp:nvSpPr>
      <dsp:spPr>
        <a:xfrm>
          <a:off x="0" y="4225711"/>
          <a:ext cx="5029199" cy="704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u="none" kern="1200" dirty="0">
              <a:latin typeface="Courier New" panose="02070309020205020404" pitchFamily="49" charset="0"/>
              <a:cs typeface="Courier New" panose="02070309020205020404" pitchFamily="49" charset="0"/>
            </a:rPr>
            <a:t>reverse()</a:t>
          </a:r>
          <a:endParaRPr lang="en-US" altLang="en-US" sz="2800" u="none" kern="1200" dirty="0"/>
        </a:p>
      </dsp:txBody>
      <dsp:txXfrm>
        <a:off x="34383" y="4260094"/>
        <a:ext cx="4960433" cy="635573"/>
      </dsp:txXfrm>
    </dsp:sp>
    <dsp:sp modelId="{988D1F68-5476-468F-B214-484A7BDCCFC3}">
      <dsp:nvSpPr>
        <dsp:cNvPr id="0" name=""/>
        <dsp:cNvSpPr/>
      </dsp:nvSpPr>
      <dsp:spPr>
        <a:xfrm>
          <a:off x="0" y="4930051"/>
          <a:ext cx="5029199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200" kern="1200" dirty="0"/>
            <a:t>reverses the order of the elements in the list</a:t>
          </a:r>
        </a:p>
      </dsp:txBody>
      <dsp:txXfrm>
        <a:off x="0" y="4930051"/>
        <a:ext cx="5029199" cy="695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55203"/>
          <a:ext cx="5029199" cy="7435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/>
            <a:t>count()</a:t>
          </a:r>
          <a:r>
            <a:rPr lang="en-US" sz="3100" b="0" i="0" kern="1200"/>
            <a:t> </a:t>
          </a:r>
          <a:endParaRPr lang="en-US" sz="3100" u="none" kern="1200" dirty="0"/>
        </a:p>
      </dsp:txBody>
      <dsp:txXfrm>
        <a:off x="36296" y="191499"/>
        <a:ext cx="4956607" cy="670943"/>
      </dsp:txXfrm>
    </dsp:sp>
    <dsp:sp modelId="{E41EC0C4-A466-4CB6-BEAE-C329D4D5715E}">
      <dsp:nvSpPr>
        <dsp:cNvPr id="0" name=""/>
        <dsp:cNvSpPr/>
      </dsp:nvSpPr>
      <dsp:spPr>
        <a:xfrm>
          <a:off x="0" y="898738"/>
          <a:ext cx="5029199" cy="753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returns count of how many times </a:t>
          </a:r>
          <a:r>
            <a:rPr lang="en-US" sz="2400" b="0" i="1" kern="1200"/>
            <a:t>obj</a:t>
          </a:r>
          <a:r>
            <a:rPr lang="en-US" sz="2400" b="0" i="0" kern="1200"/>
            <a:t> occurs in list.</a:t>
          </a:r>
          <a:endParaRPr lang="en-US" sz="2400" u="none" kern="1200" dirty="0"/>
        </a:p>
      </dsp:txBody>
      <dsp:txXfrm>
        <a:off x="0" y="898738"/>
        <a:ext cx="5029199" cy="753997"/>
      </dsp:txXfrm>
    </dsp:sp>
    <dsp:sp modelId="{D8F1921D-444F-43B2-9CF0-E9B390EBEEE9}">
      <dsp:nvSpPr>
        <dsp:cNvPr id="0" name=""/>
        <dsp:cNvSpPr/>
      </dsp:nvSpPr>
      <dsp:spPr>
        <a:xfrm>
          <a:off x="0" y="1652735"/>
          <a:ext cx="5029199" cy="7435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/>
            <a:t>extend()</a:t>
          </a:r>
          <a:r>
            <a:rPr lang="en-US" sz="3100" b="0" i="0" kern="1200"/>
            <a:t> </a:t>
          </a:r>
          <a:endParaRPr lang="en-US" sz="3100" u="none" kern="1200" dirty="0"/>
        </a:p>
      </dsp:txBody>
      <dsp:txXfrm>
        <a:off x="36296" y="1689031"/>
        <a:ext cx="4956607" cy="670943"/>
      </dsp:txXfrm>
    </dsp:sp>
    <dsp:sp modelId="{213B004B-70F5-4DEF-83B2-09E96E7C0C3D}">
      <dsp:nvSpPr>
        <dsp:cNvPr id="0" name=""/>
        <dsp:cNvSpPr/>
      </dsp:nvSpPr>
      <dsp:spPr>
        <a:xfrm>
          <a:off x="0" y="2396270"/>
          <a:ext cx="5029199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appends the contents of </a:t>
          </a:r>
          <a:r>
            <a:rPr lang="en-US" sz="2400" b="0" i="1" kern="1200"/>
            <a:t>seq</a:t>
          </a:r>
          <a:r>
            <a:rPr lang="en-US" sz="2400" b="0" i="0" kern="1200"/>
            <a:t> to list.</a:t>
          </a:r>
          <a:endParaRPr lang="en-US" sz="2400" u="none" kern="1200" dirty="0"/>
        </a:p>
      </dsp:txBody>
      <dsp:txXfrm>
        <a:off x="0" y="2396270"/>
        <a:ext cx="5029199" cy="513360"/>
      </dsp:txXfrm>
    </dsp:sp>
    <dsp:sp modelId="{7AD71F37-44AB-4FB0-9939-AA330BA8DFE3}">
      <dsp:nvSpPr>
        <dsp:cNvPr id="0" name=""/>
        <dsp:cNvSpPr/>
      </dsp:nvSpPr>
      <dsp:spPr>
        <a:xfrm>
          <a:off x="0" y="2909630"/>
          <a:ext cx="5029199" cy="7435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/>
            <a:t>pop()</a:t>
          </a:r>
          <a:r>
            <a:rPr lang="en-US" sz="3100" b="0" i="0" kern="1200"/>
            <a:t> </a:t>
          </a:r>
          <a:endParaRPr lang="en-US" sz="3100" u="none" kern="1200" dirty="0"/>
        </a:p>
      </dsp:txBody>
      <dsp:txXfrm>
        <a:off x="36296" y="2945926"/>
        <a:ext cx="4956607" cy="670943"/>
      </dsp:txXfrm>
    </dsp:sp>
    <dsp:sp modelId="{B4405338-39DF-4E1C-B4B2-C9F70622F552}">
      <dsp:nvSpPr>
        <dsp:cNvPr id="0" name=""/>
        <dsp:cNvSpPr/>
      </dsp:nvSpPr>
      <dsp:spPr>
        <a:xfrm>
          <a:off x="0" y="3653165"/>
          <a:ext cx="5029199" cy="1828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removes and returns last object or </a:t>
          </a:r>
          <a:r>
            <a:rPr lang="en-US" sz="2400" b="0" i="1" kern="1200"/>
            <a:t>obj</a:t>
          </a:r>
          <a:r>
            <a:rPr lang="en-US" sz="2400" b="0" i="0" kern="1200"/>
            <a:t> from the list.</a:t>
          </a:r>
          <a:endParaRPr lang="en-US" sz="2400" u="none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/>
            <a:t>obj</a:t>
          </a:r>
          <a:r>
            <a:rPr lang="en-US" sz="2400" b="0" i="0" kern="1200"/>
            <a:t> -- This is an optional parameter, index of the object to be removed from the list.</a:t>
          </a:r>
          <a:endParaRPr lang="en-US" sz="2400" u="none" kern="1200" dirty="0"/>
        </a:p>
      </dsp:txBody>
      <dsp:txXfrm>
        <a:off x="0" y="3653165"/>
        <a:ext cx="5029199" cy="18288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89931"/>
          <a:ext cx="5029199" cy="192464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500" kern="1200" dirty="0"/>
            <a:t>To make a copy of a list you must copy each element of the list</a:t>
          </a:r>
          <a:endParaRPr lang="en-US" sz="3500" u="none" kern="1200" dirty="0"/>
        </a:p>
      </dsp:txBody>
      <dsp:txXfrm>
        <a:off x="93954" y="283885"/>
        <a:ext cx="4841291" cy="1736741"/>
      </dsp:txXfrm>
    </dsp:sp>
    <dsp:sp modelId="{E41EC0C4-A466-4CB6-BEAE-C329D4D5715E}">
      <dsp:nvSpPr>
        <dsp:cNvPr id="0" name=""/>
        <dsp:cNvSpPr/>
      </dsp:nvSpPr>
      <dsp:spPr>
        <a:xfrm>
          <a:off x="0" y="2114581"/>
          <a:ext cx="5029199" cy="333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700" kern="1200" dirty="0"/>
            <a:t>Two methods to do this: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700" kern="1200" dirty="0"/>
            <a:t>Creating a new empty list and using a </a:t>
          </a:r>
          <a:r>
            <a:rPr lang="en-US" altLang="en-US" sz="2700" kern="1200" dirty="0">
              <a:latin typeface="Courier New" panose="02070309020205020404" pitchFamily="49" charset="0"/>
              <a:cs typeface="Courier New" panose="02070309020205020404" pitchFamily="49" charset="0"/>
            </a:rPr>
            <a:t>for</a:t>
          </a:r>
          <a:r>
            <a:rPr lang="en-US" altLang="en-US" sz="2700" kern="1200" dirty="0"/>
            <a:t> loop to add a copy of each element from the original list to the new list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700" kern="1200" dirty="0"/>
            <a:t>Creating a new empty list and concatenating the old list to the new empty list</a:t>
          </a:r>
          <a:endParaRPr lang="he-IL" altLang="en-US" sz="2700" kern="1200" dirty="0"/>
        </a:p>
      </dsp:txBody>
      <dsp:txXfrm>
        <a:off x="0" y="2114581"/>
        <a:ext cx="5029199" cy="33327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607070"/>
          <a:ext cx="5029199" cy="9149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+mj-lt"/>
              <a:cs typeface="Courier New" pitchFamily="49" charset="0"/>
            </a:rPr>
            <a:t>List elements can be used in calculations</a:t>
          </a:r>
          <a:endParaRPr lang="en-US" sz="2300" u="none" kern="1200" dirty="0"/>
        </a:p>
      </dsp:txBody>
      <dsp:txXfrm>
        <a:off x="44664" y="651734"/>
        <a:ext cx="4939871" cy="825612"/>
      </dsp:txXfrm>
    </dsp:sp>
    <dsp:sp modelId="{26A6DB32-C3A7-463C-B72D-D0078770CCD9}">
      <dsp:nvSpPr>
        <dsp:cNvPr id="0" name=""/>
        <dsp:cNvSpPr/>
      </dsp:nvSpPr>
      <dsp:spPr>
        <a:xfrm>
          <a:off x="0" y="1588250"/>
          <a:ext cx="5029199" cy="9149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+mj-lt"/>
              <a:cs typeface="Courier New" pitchFamily="49" charset="0"/>
            </a:rPr>
            <a:t>To calculate total of numeric values in a list use loop with accumulator variable</a:t>
          </a:r>
        </a:p>
      </dsp:txBody>
      <dsp:txXfrm>
        <a:off x="44664" y="1632914"/>
        <a:ext cx="4939871" cy="825612"/>
      </dsp:txXfrm>
    </dsp:sp>
    <dsp:sp modelId="{DCF8B7B8-8ACF-4D93-BDFA-909E66D2AC36}">
      <dsp:nvSpPr>
        <dsp:cNvPr id="0" name=""/>
        <dsp:cNvSpPr/>
      </dsp:nvSpPr>
      <dsp:spPr>
        <a:xfrm>
          <a:off x="0" y="2569430"/>
          <a:ext cx="5029199" cy="9149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+mj-lt"/>
              <a:cs typeface="Courier New" pitchFamily="49" charset="0"/>
            </a:rPr>
            <a:t>To average numeric values in a list:</a:t>
          </a:r>
        </a:p>
      </dsp:txBody>
      <dsp:txXfrm>
        <a:off x="44664" y="2614094"/>
        <a:ext cx="4939871" cy="825612"/>
      </dsp:txXfrm>
    </dsp:sp>
    <dsp:sp modelId="{9144CD71-0EA4-4EDF-9965-B2FAD2B0A08F}">
      <dsp:nvSpPr>
        <dsp:cNvPr id="0" name=""/>
        <dsp:cNvSpPr/>
      </dsp:nvSpPr>
      <dsp:spPr>
        <a:xfrm>
          <a:off x="0" y="3484370"/>
          <a:ext cx="5029199" cy="63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+mj-lt"/>
              <a:cs typeface="Courier New" pitchFamily="49" charset="0"/>
            </a:rPr>
            <a:t>Calculate total of the values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+mj-lt"/>
              <a:cs typeface="Courier New" pitchFamily="49" charset="0"/>
            </a:rPr>
            <a:t>Divide total of the values by </a:t>
          </a:r>
          <a:r>
            <a:rPr lang="en-US" sz="1800" kern="1200" dirty="0">
              <a:latin typeface="Courier New" pitchFamily="49" charset="0"/>
              <a:cs typeface="Courier New" pitchFamily="49" charset="0"/>
            </a:rPr>
            <a:t>len(list)</a:t>
          </a:r>
        </a:p>
      </dsp:txBody>
      <dsp:txXfrm>
        <a:off x="0" y="3484370"/>
        <a:ext cx="5029199" cy="630832"/>
      </dsp:txXfrm>
    </dsp:sp>
    <dsp:sp modelId="{A9480BB7-7570-4965-BED2-C97DF3EA58E5}">
      <dsp:nvSpPr>
        <dsp:cNvPr id="0" name=""/>
        <dsp:cNvSpPr/>
      </dsp:nvSpPr>
      <dsp:spPr>
        <a:xfrm>
          <a:off x="0" y="4115203"/>
          <a:ext cx="5029199" cy="9149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+mj-lt"/>
              <a:cs typeface="Courier New" pitchFamily="49" charset="0"/>
            </a:rPr>
            <a:t>List can be passed as an argument to a function</a:t>
          </a:r>
        </a:p>
      </dsp:txBody>
      <dsp:txXfrm>
        <a:off x="44664" y="4159867"/>
        <a:ext cx="4939871" cy="825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239415"/>
          <a:ext cx="5029199" cy="10666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j-lt"/>
              <a:cs typeface="Courier New" pitchFamily="49" charset="0"/>
            </a:rPr>
            <a:t>A function can return a reference to a list</a:t>
          </a:r>
          <a:endParaRPr lang="en-US" sz="2600" u="none" kern="1200" dirty="0"/>
        </a:p>
      </dsp:txBody>
      <dsp:txXfrm>
        <a:off x="52067" y="291482"/>
        <a:ext cx="4925065" cy="962467"/>
      </dsp:txXfrm>
    </dsp:sp>
    <dsp:sp modelId="{2A7A2EC1-2839-477C-AED6-C066B60ADB48}">
      <dsp:nvSpPr>
        <dsp:cNvPr id="0" name=""/>
        <dsp:cNvSpPr/>
      </dsp:nvSpPr>
      <dsp:spPr>
        <a:xfrm>
          <a:off x="0" y="1380896"/>
          <a:ext cx="5029199" cy="10666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j-lt"/>
              <a:cs typeface="Courier New" pitchFamily="49" charset="0"/>
            </a:rPr>
            <a:t>To save the contents of a list to a file:</a:t>
          </a:r>
        </a:p>
      </dsp:txBody>
      <dsp:txXfrm>
        <a:off x="52067" y="1432963"/>
        <a:ext cx="4925065" cy="962467"/>
      </dsp:txXfrm>
    </dsp:sp>
    <dsp:sp modelId="{D4DA5FAB-207A-4922-8ED7-578142DC116B}">
      <dsp:nvSpPr>
        <dsp:cNvPr id="0" name=""/>
        <dsp:cNvSpPr/>
      </dsp:nvSpPr>
      <dsp:spPr>
        <a:xfrm>
          <a:off x="0" y="2447497"/>
          <a:ext cx="5029199" cy="188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Use the file object’s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writelines</a:t>
          </a:r>
          <a:r>
            <a:rPr lang="en-US" sz="2000" kern="1200" dirty="0">
              <a:latin typeface="+mj-lt"/>
              <a:cs typeface="Courier New" pitchFamily="49" charset="0"/>
            </a:rPr>
            <a:t> method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Does not automatically write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\n</a:t>
          </a:r>
          <a:r>
            <a:rPr lang="en-US" sz="2000" kern="1200" dirty="0">
              <a:latin typeface="+mj-lt"/>
              <a:cs typeface="Courier New" pitchFamily="49" charset="0"/>
            </a:rPr>
            <a:t> at then end of each item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Use a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for</a:t>
          </a:r>
          <a:r>
            <a:rPr lang="en-US" sz="2000" kern="1200" dirty="0">
              <a:latin typeface="+mj-lt"/>
              <a:cs typeface="Courier New" pitchFamily="49" charset="0"/>
            </a:rPr>
            <a:t> loop to write each element and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\n</a:t>
          </a:r>
        </a:p>
      </dsp:txBody>
      <dsp:txXfrm>
        <a:off x="0" y="2447497"/>
        <a:ext cx="5029199" cy="1883700"/>
      </dsp:txXfrm>
    </dsp:sp>
    <dsp:sp modelId="{366D195B-B4B5-4D6E-94C1-D55BF679C455}">
      <dsp:nvSpPr>
        <dsp:cNvPr id="0" name=""/>
        <dsp:cNvSpPr/>
      </dsp:nvSpPr>
      <dsp:spPr>
        <a:xfrm>
          <a:off x="0" y="4331197"/>
          <a:ext cx="5029199" cy="106660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+mj-lt"/>
              <a:cs typeface="Courier New" pitchFamily="49" charset="0"/>
            </a:rPr>
            <a:t>To read data from a file use the file object’s </a:t>
          </a:r>
          <a:r>
            <a:rPr lang="en-US" sz="2600" kern="1200" dirty="0">
              <a:latin typeface="Courier New" pitchFamily="49" charset="0"/>
              <a:cs typeface="Courier New" pitchFamily="49" charset="0"/>
            </a:rPr>
            <a:t>readlines </a:t>
          </a:r>
          <a:r>
            <a:rPr lang="en-US" sz="2600" kern="1200" dirty="0">
              <a:latin typeface="+mj-lt"/>
              <a:cs typeface="Courier New" pitchFamily="49" charset="0"/>
            </a:rPr>
            <a:t>method</a:t>
          </a:r>
          <a:endParaRPr lang="he-IL" sz="2600" kern="1200" dirty="0">
            <a:latin typeface="+mj-lt"/>
            <a:cs typeface="Courier New" pitchFamily="49" charset="0"/>
          </a:endParaRPr>
        </a:p>
      </dsp:txBody>
      <dsp:txXfrm>
        <a:off x="52067" y="4383264"/>
        <a:ext cx="4925065" cy="962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571481"/>
          <a:ext cx="5029199" cy="9534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  <a:cs typeface="Courier New" pitchFamily="49" charset="0"/>
            </a:rPr>
            <a:t>Two-dimensional list</a:t>
          </a:r>
          <a:endParaRPr lang="en-US" sz="2400" u="none" kern="1200" dirty="0"/>
        </a:p>
      </dsp:txBody>
      <dsp:txXfrm>
        <a:off x="46541" y="618022"/>
        <a:ext cx="4936117" cy="860321"/>
      </dsp:txXfrm>
    </dsp:sp>
    <dsp:sp modelId="{E41EC0C4-A466-4CB6-BEAE-C329D4D5715E}">
      <dsp:nvSpPr>
        <dsp:cNvPr id="0" name=""/>
        <dsp:cNvSpPr/>
      </dsp:nvSpPr>
      <dsp:spPr>
        <a:xfrm>
          <a:off x="0" y="1524885"/>
          <a:ext cx="5029199" cy="1564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>
              <a:latin typeface="+mj-lt"/>
              <a:cs typeface="Courier New" pitchFamily="49" charset="0"/>
            </a:rPr>
            <a:t>a list that contains other lists as its elements</a:t>
          </a:r>
          <a:endParaRPr lang="en-US" sz="1900" u="none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j-lt"/>
              <a:cs typeface="Courier New" pitchFamily="49" charset="0"/>
            </a:rPr>
            <a:t>Also known as nested list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j-lt"/>
              <a:cs typeface="Courier New" pitchFamily="49" charset="0"/>
            </a:rPr>
            <a:t>Common to think of two-dimensional lists as having rows and columns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j-lt"/>
              <a:cs typeface="Courier New" pitchFamily="49" charset="0"/>
            </a:rPr>
            <a:t>Useful for working with multiple sets of data</a:t>
          </a:r>
        </a:p>
      </dsp:txBody>
      <dsp:txXfrm>
        <a:off x="0" y="1524885"/>
        <a:ext cx="5029199" cy="1564920"/>
      </dsp:txXfrm>
    </dsp:sp>
    <dsp:sp modelId="{A82FEE10-84F2-4217-A554-BBEDB067B031}">
      <dsp:nvSpPr>
        <dsp:cNvPr id="0" name=""/>
        <dsp:cNvSpPr/>
      </dsp:nvSpPr>
      <dsp:spPr>
        <a:xfrm>
          <a:off x="0" y="3089805"/>
          <a:ext cx="5029199" cy="9534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  <a:cs typeface="Courier New" pitchFamily="49" charset="0"/>
            </a:rPr>
            <a:t>To process data in a two-dimensional list need to use two indexes</a:t>
          </a:r>
        </a:p>
      </dsp:txBody>
      <dsp:txXfrm>
        <a:off x="46541" y="3136346"/>
        <a:ext cx="4936117" cy="860321"/>
      </dsp:txXfrm>
    </dsp:sp>
    <dsp:sp modelId="{656E7D07-2284-4718-BBB1-4FEB6C8D1BD1}">
      <dsp:nvSpPr>
        <dsp:cNvPr id="0" name=""/>
        <dsp:cNvSpPr/>
      </dsp:nvSpPr>
      <dsp:spPr>
        <a:xfrm>
          <a:off x="0" y="4112328"/>
          <a:ext cx="5029199" cy="95340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  <a:cs typeface="Courier New" pitchFamily="49" charset="0"/>
            </a:rPr>
            <a:t>Typically use nested loops to process</a:t>
          </a:r>
        </a:p>
      </dsp:txBody>
      <dsp:txXfrm>
        <a:off x="46541" y="4158869"/>
        <a:ext cx="4936117" cy="8603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4F1A-E54E-4DDB-A374-BC9037A6551C}">
      <dsp:nvSpPr>
        <dsp:cNvPr id="0" name=""/>
        <dsp:cNvSpPr/>
      </dsp:nvSpPr>
      <dsp:spPr>
        <a:xfrm>
          <a:off x="0" y="9594"/>
          <a:ext cx="5562600" cy="69556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u="none" kern="1200">
              <a:latin typeface="+mj-lt"/>
              <a:cs typeface="Courier New" pitchFamily="49" charset="0"/>
            </a:rPr>
            <a:t>Tuple</a:t>
          </a:r>
          <a:endParaRPr lang="en-US" sz="2900" u="none" kern="1200" dirty="0"/>
        </a:p>
      </dsp:txBody>
      <dsp:txXfrm>
        <a:off x="33955" y="43549"/>
        <a:ext cx="5494690" cy="627655"/>
      </dsp:txXfrm>
    </dsp:sp>
    <dsp:sp modelId="{5F2559F2-7CC9-4CE6-9AE7-E119FD65FDDF}">
      <dsp:nvSpPr>
        <dsp:cNvPr id="0" name=""/>
        <dsp:cNvSpPr/>
      </dsp:nvSpPr>
      <dsp:spPr>
        <a:xfrm>
          <a:off x="0" y="705159"/>
          <a:ext cx="5562600" cy="4922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13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>
              <a:latin typeface="+mj-lt"/>
              <a:cs typeface="Courier New" pitchFamily="49" charset="0"/>
            </a:rPr>
            <a:t>an immutable sequence</a:t>
          </a:r>
          <a:endParaRPr lang="en-US" sz="2300" u="none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Very similar to a list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Once it is created it cannot be changed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Format: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tuple_name = (item1, item2)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Tuples support operations as lists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Subscript indexing for retrieving elements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Methods such as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index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Built in functions such as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len, min, max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Slicing expressions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+mj-lt"/>
              <a:cs typeface="Courier New" pitchFamily="49" charset="0"/>
            </a:rPr>
            <a:t>The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in</a:t>
          </a:r>
          <a:r>
            <a:rPr lang="en-US" sz="2300" kern="1200" dirty="0">
              <a:latin typeface="+mj-lt"/>
              <a:cs typeface="Courier New" pitchFamily="49" charset="0"/>
            </a:rPr>
            <a:t>,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+</a:t>
          </a:r>
          <a:r>
            <a:rPr lang="en-US" sz="2300" kern="1200" dirty="0">
              <a:latin typeface="+mj-lt"/>
              <a:cs typeface="Courier New" pitchFamily="49" charset="0"/>
            </a:rPr>
            <a:t>, and </a:t>
          </a:r>
          <a:r>
            <a:rPr lang="en-US" sz="2300" kern="1200" dirty="0">
              <a:latin typeface="Courier New" pitchFamily="49" charset="0"/>
              <a:cs typeface="Courier New" pitchFamily="49" charset="0"/>
            </a:rPr>
            <a:t>*</a:t>
          </a:r>
          <a:r>
            <a:rPr lang="en-US" sz="2300" kern="1200" dirty="0">
              <a:latin typeface="+mj-lt"/>
              <a:cs typeface="Courier New" pitchFamily="49" charset="0"/>
            </a:rPr>
            <a:t> operators</a:t>
          </a:r>
        </a:p>
      </dsp:txBody>
      <dsp:txXfrm>
        <a:off x="0" y="705159"/>
        <a:ext cx="5562600" cy="49224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4F1A-E54E-4DDB-A374-BC9037A6551C}">
      <dsp:nvSpPr>
        <dsp:cNvPr id="0" name=""/>
        <dsp:cNvSpPr/>
      </dsp:nvSpPr>
      <dsp:spPr>
        <a:xfrm>
          <a:off x="0" y="77793"/>
          <a:ext cx="4953000" cy="14718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dirty="0"/>
            <a:t>To access values in tuple</a:t>
          </a:r>
          <a:endParaRPr lang="en-US" sz="3700" u="none" kern="1200" dirty="0"/>
        </a:p>
      </dsp:txBody>
      <dsp:txXfrm>
        <a:off x="71850" y="149643"/>
        <a:ext cx="4809300" cy="1328160"/>
      </dsp:txXfrm>
    </dsp:sp>
    <dsp:sp modelId="{5F2559F2-7CC9-4CE6-9AE7-E119FD65FDDF}">
      <dsp:nvSpPr>
        <dsp:cNvPr id="0" name=""/>
        <dsp:cNvSpPr/>
      </dsp:nvSpPr>
      <dsp:spPr>
        <a:xfrm>
          <a:off x="0" y="1645415"/>
          <a:ext cx="4953000" cy="3818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258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0" i="0" kern="1200"/>
            <a:t> use the square brackets for slicing along with the index or indices to obtain value available at that index</a:t>
          </a:r>
          <a:endParaRPr lang="en-US" sz="2900" u="none" kern="1200" dirty="0"/>
        </a:p>
      </dsp:txBody>
      <dsp:txXfrm>
        <a:off x="0" y="1645415"/>
        <a:ext cx="4953000" cy="38182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81712"/>
          <a:ext cx="5029199" cy="101186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Immutable</a:t>
          </a:r>
          <a:endParaRPr lang="en-US" sz="2500" u="none" kern="1200" dirty="0"/>
        </a:p>
      </dsp:txBody>
      <dsp:txXfrm>
        <a:off x="49395" y="231107"/>
        <a:ext cx="4930409" cy="913077"/>
      </dsp:txXfrm>
    </dsp:sp>
    <dsp:sp modelId="{E41EC0C4-A466-4CB6-BEAE-C329D4D5715E}">
      <dsp:nvSpPr>
        <dsp:cNvPr id="0" name=""/>
        <dsp:cNvSpPr/>
      </dsp:nvSpPr>
      <dsp:spPr>
        <a:xfrm>
          <a:off x="0" y="1193579"/>
          <a:ext cx="5029199" cy="633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which means you cannot update or change the values of tuple elements</a:t>
          </a:r>
          <a:endParaRPr lang="en-US" sz="2000" u="none" kern="1200" dirty="0"/>
        </a:p>
      </dsp:txBody>
      <dsp:txXfrm>
        <a:off x="0" y="1193579"/>
        <a:ext cx="5029199" cy="633937"/>
      </dsp:txXfrm>
    </dsp:sp>
    <dsp:sp modelId="{AFF06C35-66B4-435E-A414-62B30C54C99A}">
      <dsp:nvSpPr>
        <dsp:cNvPr id="0" name=""/>
        <dsp:cNvSpPr/>
      </dsp:nvSpPr>
      <dsp:spPr>
        <a:xfrm>
          <a:off x="0" y="1827517"/>
          <a:ext cx="5029199" cy="101186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500" kern="1200"/>
            <a:t>Tuples do not support the methods</a:t>
          </a:r>
          <a:endParaRPr lang="en-US" sz="2500" u="none" kern="1200" dirty="0"/>
        </a:p>
      </dsp:txBody>
      <dsp:txXfrm>
        <a:off x="49395" y="1876912"/>
        <a:ext cx="4930409" cy="913077"/>
      </dsp:txXfrm>
    </dsp:sp>
    <dsp:sp modelId="{DFE34E5C-5456-4B1C-8D1F-8EB82BE64E4A}">
      <dsp:nvSpPr>
        <dsp:cNvPr id="0" name=""/>
        <dsp:cNvSpPr/>
      </dsp:nvSpPr>
      <dsp:spPr>
        <a:xfrm>
          <a:off x="0" y="2839384"/>
          <a:ext cx="5029199" cy="1604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000" kern="1200" dirty="0">
              <a:latin typeface="Courier New" panose="02070309020205020404" pitchFamily="49" charset="0"/>
              <a:cs typeface="Courier New" panose="02070309020205020404" pitchFamily="49" charset="0"/>
            </a:rPr>
            <a:t>append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000" kern="1200" dirty="0">
              <a:latin typeface="Courier New" panose="02070309020205020404" pitchFamily="49" charset="0"/>
              <a:cs typeface="Courier New" panose="02070309020205020404" pitchFamily="49" charset="0"/>
            </a:rPr>
            <a:t>remove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000" kern="1200" dirty="0">
              <a:latin typeface="Courier New" panose="02070309020205020404" pitchFamily="49" charset="0"/>
              <a:cs typeface="Courier New" panose="02070309020205020404" pitchFamily="49" charset="0"/>
            </a:rPr>
            <a:t>insert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000" kern="1200" dirty="0">
              <a:latin typeface="Courier New" panose="02070309020205020404" pitchFamily="49" charset="0"/>
              <a:cs typeface="Courier New" panose="02070309020205020404" pitchFamily="49" charset="0"/>
            </a:rPr>
            <a:t>reverse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2000" kern="1200" dirty="0">
              <a:latin typeface="Courier New" panose="02070309020205020404" pitchFamily="49" charset="0"/>
              <a:cs typeface="Courier New" panose="02070309020205020404" pitchFamily="49" charset="0"/>
            </a:rPr>
            <a:t>Sort</a:t>
          </a:r>
        </a:p>
      </dsp:txBody>
      <dsp:txXfrm>
        <a:off x="0" y="2839384"/>
        <a:ext cx="5029199" cy="1604250"/>
      </dsp:txXfrm>
    </dsp:sp>
    <dsp:sp modelId="{85F3007D-544A-4B82-BD97-284C36112C04}">
      <dsp:nvSpPr>
        <dsp:cNvPr id="0" name=""/>
        <dsp:cNvSpPr/>
      </dsp:nvSpPr>
      <dsp:spPr>
        <a:xfrm>
          <a:off x="0" y="4443634"/>
          <a:ext cx="5029199" cy="101186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You are able to take portions of existing tuples to create new tuples</a:t>
          </a:r>
          <a:endParaRPr lang="en-US" altLang="en-US" sz="25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9395" y="4493029"/>
        <a:ext cx="4930409" cy="9130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63966"/>
          <a:ext cx="3429000" cy="8049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u="none" kern="1200" dirty="0">
              <a:latin typeface="Courier New" pitchFamily="49" charset="0"/>
              <a:cs typeface="Courier New" pitchFamily="49" charset="0"/>
            </a:rPr>
            <a:t>del </a:t>
          </a:r>
          <a:r>
            <a:rPr lang="en-US" sz="3200" u="none" kern="1200" dirty="0">
              <a:latin typeface="+mj-lt"/>
              <a:cs typeface="Courier New" pitchFamily="49" charset="0"/>
            </a:rPr>
            <a:t>statement</a:t>
          </a:r>
          <a:endParaRPr lang="en-US" sz="3200" u="none" kern="1200" dirty="0"/>
        </a:p>
      </dsp:txBody>
      <dsp:txXfrm>
        <a:off x="39295" y="203261"/>
        <a:ext cx="3350410" cy="726370"/>
      </dsp:txXfrm>
    </dsp:sp>
    <dsp:sp modelId="{4EB7D888-4155-4432-B7F3-CC26192DA34C}">
      <dsp:nvSpPr>
        <dsp:cNvPr id="0" name=""/>
        <dsp:cNvSpPr/>
      </dsp:nvSpPr>
      <dsp:spPr>
        <a:xfrm>
          <a:off x="0" y="968926"/>
          <a:ext cx="3429000" cy="450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71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dirty="0"/>
            <a:t>Removing individual tuple elements is not possible. </a:t>
          </a:r>
          <a:endParaRPr lang="en-US" sz="2500" u="none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/>
            <a:t>There is nothing wrong with putting together another tuple with the undesired elements discarded.</a:t>
          </a:r>
          <a:endParaRPr lang="en-US" sz="2500" u="none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dirty="0"/>
            <a:t>To explicitly remove an entire tuple, just use the </a:t>
          </a:r>
          <a:r>
            <a:rPr lang="en-US" sz="2500" b="1" i="0" kern="1200" dirty="0"/>
            <a:t>del</a:t>
          </a:r>
          <a:r>
            <a:rPr lang="en-US" sz="2500" b="0" i="0" kern="1200" dirty="0"/>
            <a:t> statement</a:t>
          </a:r>
        </a:p>
      </dsp:txBody>
      <dsp:txXfrm>
        <a:off x="0" y="968926"/>
        <a:ext cx="3429000" cy="450432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4221"/>
          <a:ext cx="5029199" cy="15083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u="none" kern="1200"/>
            <a:t>Concatenate</a:t>
          </a:r>
          <a:endParaRPr lang="en-US" sz="2700" u="none" kern="1200" dirty="0"/>
        </a:p>
      </dsp:txBody>
      <dsp:txXfrm>
        <a:off x="73630" y="77851"/>
        <a:ext cx="4881939" cy="1361054"/>
      </dsp:txXfrm>
    </dsp:sp>
    <dsp:sp modelId="{E41EC0C4-A466-4CB6-BEAE-C329D4D5715E}">
      <dsp:nvSpPr>
        <dsp:cNvPr id="0" name=""/>
        <dsp:cNvSpPr/>
      </dsp:nvSpPr>
      <dsp:spPr>
        <a:xfrm>
          <a:off x="0" y="1512535"/>
          <a:ext cx="5029199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join two things together </a:t>
          </a:r>
          <a:endParaRPr lang="en-US" sz="2100" u="none" kern="1200" dirty="0"/>
        </a:p>
      </dsp:txBody>
      <dsp:txXfrm>
        <a:off x="0" y="1512535"/>
        <a:ext cx="5029199" cy="447120"/>
      </dsp:txXfrm>
    </dsp:sp>
    <dsp:sp modelId="{CEDB7C57-CBAE-47E6-B2A4-D59AECFA37CE}">
      <dsp:nvSpPr>
        <dsp:cNvPr id="0" name=""/>
        <dsp:cNvSpPr/>
      </dsp:nvSpPr>
      <dsp:spPr>
        <a:xfrm>
          <a:off x="0" y="1959655"/>
          <a:ext cx="5029199" cy="15083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+ operator can be used to concatenate two lists</a:t>
          </a:r>
        </a:p>
      </dsp:txBody>
      <dsp:txXfrm>
        <a:off x="73630" y="2033285"/>
        <a:ext cx="4881939" cy="1361054"/>
      </dsp:txXfrm>
    </dsp:sp>
    <dsp:sp modelId="{F5A00311-4AE1-4710-B061-09AEAE5D5A76}">
      <dsp:nvSpPr>
        <dsp:cNvPr id="0" name=""/>
        <dsp:cNvSpPr/>
      </dsp:nvSpPr>
      <dsp:spPr>
        <a:xfrm>
          <a:off x="0" y="3467970"/>
          <a:ext cx="5029199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Cannot concatenate a list with another data type, such as a number</a:t>
          </a:r>
        </a:p>
      </dsp:txBody>
      <dsp:txXfrm>
        <a:off x="0" y="3467970"/>
        <a:ext cx="5029199" cy="656707"/>
      </dsp:txXfrm>
    </dsp:sp>
    <dsp:sp modelId="{F3844339-EF2E-4092-BB38-BC6DA6E82203}">
      <dsp:nvSpPr>
        <dsp:cNvPr id="0" name=""/>
        <dsp:cNvSpPr/>
      </dsp:nvSpPr>
      <dsp:spPr>
        <a:xfrm>
          <a:off x="0" y="4124678"/>
          <a:ext cx="5029199" cy="15083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+mj-lt"/>
              <a:cs typeface="Courier New" pitchFamily="49" charset="0"/>
            </a:rPr>
            <a:t>The += augmented assignment operator can also be used to concatenate lists</a:t>
          </a:r>
          <a:endParaRPr lang="he-IL" sz="2700" kern="1200" dirty="0">
            <a:latin typeface="+mj-lt"/>
            <a:cs typeface="Courier New" pitchFamily="49" charset="0"/>
          </a:endParaRPr>
        </a:p>
      </dsp:txBody>
      <dsp:txXfrm>
        <a:off x="73630" y="4198308"/>
        <a:ext cx="4881939" cy="136105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15479"/>
          <a:ext cx="5029199" cy="8874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u="none" kern="1200" dirty="0"/>
            <a:t>Repetition operator</a:t>
          </a:r>
        </a:p>
      </dsp:txBody>
      <dsp:txXfrm>
        <a:off x="43321" y="158800"/>
        <a:ext cx="4942557" cy="800803"/>
      </dsp:txXfrm>
    </dsp:sp>
    <dsp:sp modelId="{E41EC0C4-A466-4CB6-BEAE-C329D4D5715E}">
      <dsp:nvSpPr>
        <dsp:cNvPr id="0" name=""/>
        <dsp:cNvSpPr/>
      </dsp:nvSpPr>
      <dsp:spPr>
        <a:xfrm>
          <a:off x="0" y="1002924"/>
          <a:ext cx="5029199" cy="451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/>
            <a:t>makes multiple copies of a tuple and joins them together</a:t>
          </a:r>
          <a:endParaRPr lang="en-US" sz="2900" u="none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/>
            <a:t>The * symbol is a repetition operator when applied to a sequence and an integer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/>
            <a:t>Sequence is left operand, number is right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kern="1200" dirty="0"/>
            <a:t>General format</a:t>
          </a:r>
          <a:endParaRPr lang="en-US" sz="2900" i="1" kern="1200" dirty="0">
            <a:latin typeface="Courier New" pitchFamily="49" charset="0"/>
            <a:cs typeface="Courier New" pitchFamily="49" charset="0"/>
          </a:endParaRP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i="1" kern="1200" dirty="0">
              <a:latin typeface="Courier New" pitchFamily="49" charset="0"/>
              <a:cs typeface="Courier New" pitchFamily="49" charset="0"/>
            </a:rPr>
            <a:t>tuple</a:t>
          </a:r>
          <a:r>
            <a:rPr lang="en-US" sz="2900" kern="1200" dirty="0">
              <a:latin typeface="Courier New" pitchFamily="49" charset="0"/>
              <a:cs typeface="Courier New" pitchFamily="49" charset="0"/>
            </a:rPr>
            <a:t>* </a:t>
          </a:r>
          <a:r>
            <a:rPr lang="en-US" sz="2900" i="1" kern="1200" dirty="0">
              <a:latin typeface="Courier New" pitchFamily="49" charset="0"/>
              <a:cs typeface="Courier New" pitchFamily="49" charset="0"/>
            </a:rPr>
            <a:t>n</a:t>
          </a:r>
        </a:p>
      </dsp:txBody>
      <dsp:txXfrm>
        <a:off x="0" y="1002924"/>
        <a:ext cx="5029199" cy="45188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06456"/>
          <a:ext cx="5029199" cy="6715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u="none" kern="1200"/>
            <a:t>Slice</a:t>
          </a:r>
          <a:endParaRPr lang="en-US" sz="2800" u="none" kern="1200" dirty="0"/>
        </a:p>
      </dsp:txBody>
      <dsp:txXfrm>
        <a:off x="32784" y="139240"/>
        <a:ext cx="4963631" cy="606012"/>
      </dsp:txXfrm>
    </dsp:sp>
    <dsp:sp modelId="{E41EC0C4-A466-4CB6-BEAE-C329D4D5715E}">
      <dsp:nvSpPr>
        <dsp:cNvPr id="0" name=""/>
        <dsp:cNvSpPr/>
      </dsp:nvSpPr>
      <dsp:spPr>
        <a:xfrm>
          <a:off x="0" y="778036"/>
          <a:ext cx="5029199" cy="475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a span of items that are taken from a sequence</a:t>
          </a:r>
          <a:endParaRPr lang="en-US" sz="2200" u="none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Tuple slicing format: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tuple</a:t>
          </a:r>
          <a:r>
            <a:rPr lang="en-US" sz="2200" kern="1200" dirty="0">
              <a:latin typeface="Courier New" pitchFamily="49" charset="0"/>
              <a:cs typeface="Courier New" pitchFamily="49" charset="0"/>
            </a:rPr>
            <a:t>[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start</a:t>
          </a:r>
          <a:r>
            <a:rPr lang="en-US" sz="2200" kern="1200" dirty="0">
              <a:latin typeface="Courier New" pitchFamily="49" charset="0"/>
              <a:cs typeface="Courier New" pitchFamily="49" charset="0"/>
            </a:rPr>
            <a:t> :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end</a:t>
          </a:r>
          <a:r>
            <a:rPr lang="en-US" sz="2200" kern="1200" dirty="0">
              <a:latin typeface="Courier New" pitchFamily="49" charset="0"/>
              <a:cs typeface="Courier New" pitchFamily="49" charset="0"/>
            </a:rPr>
            <a:t>]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j-lt"/>
              <a:cs typeface="Courier New" pitchFamily="49" charset="0"/>
            </a:rPr>
            <a:t>Span is a tuple containing copies of elements from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start</a:t>
          </a:r>
          <a:r>
            <a:rPr lang="en-US" sz="2200" kern="1200" dirty="0">
              <a:latin typeface="+mj-lt"/>
              <a:cs typeface="Courier New" pitchFamily="49" charset="0"/>
            </a:rPr>
            <a:t> up to, but not including,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end</a:t>
          </a:r>
          <a:endParaRPr lang="en-US" sz="2200" i="1" kern="1200" dirty="0">
            <a:latin typeface="+mj-lt"/>
            <a:cs typeface="Courier New" pitchFamily="49" charset="0"/>
          </a:endParaRP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j-lt"/>
              <a:cs typeface="Courier New" pitchFamily="49" charset="0"/>
            </a:rPr>
            <a:t>If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start</a:t>
          </a:r>
          <a:r>
            <a:rPr lang="en-US" sz="2200" kern="1200" dirty="0">
              <a:latin typeface="+mj-lt"/>
              <a:cs typeface="Courier New" pitchFamily="49" charset="0"/>
            </a:rPr>
            <a:t> not specified, 0 is used for start index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j-lt"/>
              <a:cs typeface="Courier New" pitchFamily="49" charset="0"/>
            </a:rPr>
            <a:t>If </a:t>
          </a:r>
          <a:r>
            <a:rPr lang="en-US" sz="2200" i="1" kern="1200" dirty="0">
              <a:latin typeface="Courier New" pitchFamily="49" charset="0"/>
              <a:cs typeface="Courier New" pitchFamily="49" charset="0"/>
            </a:rPr>
            <a:t>end</a:t>
          </a:r>
          <a:r>
            <a:rPr lang="en-US" sz="2200" kern="1200" dirty="0">
              <a:latin typeface="+mj-lt"/>
              <a:cs typeface="Courier New" pitchFamily="49" charset="0"/>
            </a:rPr>
            <a:t> not specified, </a:t>
          </a:r>
          <a:r>
            <a:rPr lang="en-US" sz="2200" kern="1200" dirty="0">
              <a:latin typeface="Courier New" pitchFamily="49" charset="0"/>
              <a:cs typeface="Courier New" pitchFamily="49" charset="0"/>
            </a:rPr>
            <a:t>len(tuple)</a:t>
          </a:r>
          <a:r>
            <a:rPr lang="en-US" sz="2200" kern="1200" dirty="0">
              <a:latin typeface="+mj-lt"/>
              <a:cs typeface="Courier New" pitchFamily="49" charset="0"/>
            </a:rPr>
            <a:t> is used for end index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j-lt"/>
              <a:cs typeface="Courier New" pitchFamily="49" charset="0"/>
            </a:rPr>
            <a:t>Slicing expressions can include a step value and negative indexes relative to end of tuple</a:t>
          </a:r>
          <a:endParaRPr lang="he-IL" sz="2200" kern="1200" dirty="0">
            <a:latin typeface="Courier New" pitchFamily="49" charset="0"/>
            <a:cs typeface="Courier New" pitchFamily="49" charset="0"/>
          </a:endParaRPr>
        </a:p>
      </dsp:txBody>
      <dsp:txXfrm>
        <a:off x="0" y="778036"/>
        <a:ext cx="5029199" cy="47527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120901"/>
          <a:ext cx="5029199" cy="13513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  <a:cs typeface="Courier New" pitchFamily="49" charset="0"/>
            </a:rPr>
            <a:t>You can iterate over a </a:t>
          </a:r>
          <a:r>
            <a:rPr lang="en-US" sz="2400" kern="1200" dirty="0"/>
            <a:t>tuple </a:t>
          </a:r>
          <a:r>
            <a:rPr lang="en-US" sz="2400" kern="1200" dirty="0">
              <a:latin typeface="+mj-lt"/>
              <a:cs typeface="Courier New" pitchFamily="49" charset="0"/>
            </a:rPr>
            <a:t>using a </a:t>
          </a:r>
          <a:r>
            <a:rPr lang="en-US" sz="2400" kern="1200" dirty="0">
              <a:latin typeface="Courier New" pitchFamily="49" charset="0"/>
              <a:cs typeface="Courier New" pitchFamily="49" charset="0"/>
            </a:rPr>
            <a:t>for </a:t>
          </a:r>
          <a:r>
            <a:rPr lang="en-US" sz="2400" kern="1200" dirty="0">
              <a:latin typeface="+mj-lt"/>
              <a:cs typeface="Courier New" pitchFamily="49" charset="0"/>
            </a:rPr>
            <a:t>loop</a:t>
          </a:r>
          <a:endParaRPr lang="en-US" sz="2400" u="none" kern="1200" dirty="0"/>
        </a:p>
      </dsp:txBody>
      <dsp:txXfrm>
        <a:off x="65967" y="186868"/>
        <a:ext cx="4897265" cy="1219416"/>
      </dsp:txXfrm>
    </dsp:sp>
    <dsp:sp modelId="{E41EC0C4-A466-4CB6-BEAE-C329D4D5715E}">
      <dsp:nvSpPr>
        <dsp:cNvPr id="0" name=""/>
        <dsp:cNvSpPr/>
      </dsp:nvSpPr>
      <dsp:spPr>
        <a:xfrm>
          <a:off x="0" y="1472251"/>
          <a:ext cx="5029199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j-lt"/>
              <a:cs typeface="Courier New" pitchFamily="49" charset="0"/>
            </a:rPr>
            <a:t>Format: 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for </a:t>
          </a:r>
          <a:r>
            <a:rPr lang="en-US" sz="1900" i="1" kern="1200" dirty="0">
              <a:latin typeface="Courier New" pitchFamily="49" charset="0"/>
              <a:cs typeface="Courier New" pitchFamily="49" charset="0"/>
            </a:rPr>
            <a:t>x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 in </a:t>
          </a:r>
          <a:r>
            <a:rPr lang="en-US" sz="1900" i="1" kern="1200" dirty="0"/>
            <a:t>tuple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:</a:t>
          </a:r>
        </a:p>
      </dsp:txBody>
      <dsp:txXfrm>
        <a:off x="0" y="1472251"/>
        <a:ext cx="5029199" cy="397440"/>
      </dsp:txXfrm>
    </dsp:sp>
    <dsp:sp modelId="{9805232E-3CDD-42EA-B913-D20256F2FCD8}">
      <dsp:nvSpPr>
        <dsp:cNvPr id="0" name=""/>
        <dsp:cNvSpPr/>
      </dsp:nvSpPr>
      <dsp:spPr>
        <a:xfrm>
          <a:off x="0" y="1869691"/>
          <a:ext cx="5029199" cy="13513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You can use the </a:t>
          </a:r>
          <a:r>
            <a:rPr lang="en-US" sz="2400" kern="1200" dirty="0">
              <a:latin typeface="Courier New" pitchFamily="49" charset="0"/>
              <a:cs typeface="Courier New" pitchFamily="49" charset="0"/>
            </a:rPr>
            <a:t>in</a:t>
          </a:r>
          <a:r>
            <a:rPr lang="en-US" sz="2400" kern="1200" dirty="0"/>
            <a:t> operator to determine whether an item is contained in a tuple</a:t>
          </a:r>
        </a:p>
      </dsp:txBody>
      <dsp:txXfrm>
        <a:off x="65967" y="1935658"/>
        <a:ext cx="4897265" cy="1219416"/>
      </dsp:txXfrm>
    </dsp:sp>
    <dsp:sp modelId="{9088466E-6F52-48D4-8927-722BDFF34FA4}">
      <dsp:nvSpPr>
        <dsp:cNvPr id="0" name=""/>
        <dsp:cNvSpPr/>
      </dsp:nvSpPr>
      <dsp:spPr>
        <a:xfrm>
          <a:off x="0" y="3221042"/>
          <a:ext cx="5029199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General format: </a:t>
          </a:r>
          <a:r>
            <a:rPr lang="en-US" sz="1900" i="1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 in </a:t>
          </a:r>
          <a:r>
            <a:rPr lang="en-US" sz="1900" i="1" kern="1200" dirty="0">
              <a:latin typeface="Courier New" pitchFamily="49" charset="0"/>
              <a:cs typeface="Courier New" pitchFamily="49" charset="0"/>
            </a:rPr>
            <a:t>tuple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latin typeface="+mj-lt"/>
              <a:cs typeface="Courier New" pitchFamily="49" charset="0"/>
            </a:rPr>
            <a:t>Returns 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True</a:t>
          </a:r>
          <a:r>
            <a:rPr lang="en-US" sz="1900" kern="1200" dirty="0">
              <a:latin typeface="+mj-lt"/>
              <a:cs typeface="Courier New" pitchFamily="49" charset="0"/>
            </a:rPr>
            <a:t> if the item is in the tuple, or </a:t>
          </a:r>
          <a:r>
            <a:rPr lang="en-US" sz="1900" kern="1200" dirty="0">
              <a:latin typeface="Courier New" pitchFamily="49" charset="0"/>
              <a:cs typeface="Courier New" pitchFamily="49" charset="0"/>
            </a:rPr>
            <a:t>False</a:t>
          </a:r>
          <a:r>
            <a:rPr lang="en-US" sz="1900" kern="1200" dirty="0">
              <a:latin typeface="+mj-lt"/>
              <a:cs typeface="Courier New" pitchFamily="49" charset="0"/>
            </a:rPr>
            <a:t> if it is not in the tuple</a:t>
          </a:r>
        </a:p>
      </dsp:txBody>
      <dsp:txXfrm>
        <a:off x="0" y="3221042"/>
        <a:ext cx="5029199" cy="943920"/>
      </dsp:txXfrm>
    </dsp:sp>
    <dsp:sp modelId="{29A62B30-9C36-4BD9-8F5F-520DCC46F138}">
      <dsp:nvSpPr>
        <dsp:cNvPr id="0" name=""/>
        <dsp:cNvSpPr/>
      </dsp:nvSpPr>
      <dsp:spPr>
        <a:xfrm>
          <a:off x="0" y="4164962"/>
          <a:ext cx="5029199" cy="13513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  <a:cs typeface="Courier New" pitchFamily="49" charset="0"/>
            </a:rPr>
            <a:t>Similarly you can use the </a:t>
          </a:r>
          <a:r>
            <a:rPr lang="en-US" sz="2400" kern="1200" dirty="0">
              <a:latin typeface="Courier New" pitchFamily="49" charset="0"/>
              <a:cs typeface="Courier New" pitchFamily="49" charset="0"/>
            </a:rPr>
            <a:t>not in</a:t>
          </a:r>
          <a:r>
            <a:rPr lang="en-US" sz="2400" kern="1200" dirty="0">
              <a:latin typeface="+mj-lt"/>
              <a:cs typeface="Courier New" pitchFamily="49" charset="0"/>
            </a:rPr>
            <a:t> operator to determine whether an item is not in a tuple</a:t>
          </a:r>
          <a:endParaRPr lang="he-IL" sz="2400" kern="1200" dirty="0">
            <a:latin typeface="+mj-lt"/>
            <a:cs typeface="Courier New" pitchFamily="49" charset="0"/>
          </a:endParaRPr>
        </a:p>
      </dsp:txBody>
      <dsp:txXfrm>
        <a:off x="65967" y="4230929"/>
        <a:ext cx="4897265" cy="121941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40A9F-F1A9-4C41-BA5E-04C802361520}">
      <dsp:nvSpPr>
        <dsp:cNvPr id="0" name=""/>
        <dsp:cNvSpPr/>
      </dsp:nvSpPr>
      <dsp:spPr>
        <a:xfrm>
          <a:off x="0" y="17919"/>
          <a:ext cx="5029199" cy="6142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u="none" kern="1200" dirty="0">
              <a:latin typeface="Courier New" pitchFamily="49" charset="0"/>
              <a:cs typeface="Courier New" pitchFamily="49" charset="0"/>
            </a:rPr>
            <a:t>len</a:t>
          </a:r>
          <a:endParaRPr lang="en-US" sz="2500" u="none" kern="1200" dirty="0">
            <a:latin typeface="+mj-lt"/>
            <a:cs typeface="Courier New" pitchFamily="49" charset="0"/>
          </a:endParaRPr>
        </a:p>
      </dsp:txBody>
      <dsp:txXfrm>
        <a:off x="29985" y="47904"/>
        <a:ext cx="4969229" cy="554280"/>
      </dsp:txXfrm>
    </dsp:sp>
    <dsp:sp modelId="{11D3FA71-E3D8-423D-8288-76C8FF084DB3}">
      <dsp:nvSpPr>
        <dsp:cNvPr id="0" name=""/>
        <dsp:cNvSpPr/>
      </dsp:nvSpPr>
      <dsp:spPr>
        <a:xfrm>
          <a:off x="0" y="632169"/>
          <a:ext cx="5029199" cy="31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returns the length of a sequence such as a tuple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Example</a:t>
          </a:r>
          <a:endParaRPr lang="en-US" sz="2000" kern="1200" dirty="0">
            <a:latin typeface="Courier New" pitchFamily="49" charset="0"/>
            <a:cs typeface="Courier New" pitchFamily="49" charset="0"/>
          </a:endParaRP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i="1" kern="1200" dirty="0">
              <a:latin typeface="Courier New" pitchFamily="49" charset="0"/>
              <a:cs typeface="Courier New" pitchFamily="49" charset="0"/>
            </a:rPr>
            <a:t>size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 = len(</a:t>
          </a:r>
          <a:r>
            <a:rPr lang="en-US" sz="2000" i="1" kern="1200" dirty="0">
              <a:latin typeface="Courier New" pitchFamily="49" charset="0"/>
              <a:cs typeface="Courier New" pitchFamily="49" charset="0"/>
            </a:rPr>
            <a:t>my_tuple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Returns the number of elements in the tuple, so the index of last element is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len(</a:t>
          </a:r>
          <a:r>
            <a:rPr lang="en-US" sz="2000" kern="1200" dirty="0">
              <a:latin typeface="+mj-lt"/>
              <a:cs typeface="Courier New" pitchFamily="49" charset="0"/>
            </a:rPr>
            <a:t>tuple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)-1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Can be used to prevent an </a:t>
          </a:r>
          <a:r>
            <a:rPr lang="en-US" sz="2000" kern="1200" dirty="0">
              <a:latin typeface="Courier New" pitchFamily="49" charset="0"/>
              <a:cs typeface="Courier New" pitchFamily="49" charset="0"/>
            </a:rPr>
            <a:t>IndexError </a:t>
          </a:r>
          <a:r>
            <a:rPr lang="en-US" sz="2000" kern="1200" dirty="0">
              <a:latin typeface="+mj-lt"/>
              <a:cs typeface="Courier New" pitchFamily="49" charset="0"/>
            </a:rPr>
            <a:t>exception when iterating over a tuple with a loop</a:t>
          </a:r>
        </a:p>
      </dsp:txBody>
      <dsp:txXfrm>
        <a:off x="0" y="632169"/>
        <a:ext cx="5029199" cy="3105000"/>
      </dsp:txXfrm>
    </dsp:sp>
    <dsp:sp modelId="{0A9543F4-6213-4F92-892A-CCB6ED9FE985}">
      <dsp:nvSpPr>
        <dsp:cNvPr id="0" name=""/>
        <dsp:cNvSpPr/>
      </dsp:nvSpPr>
      <dsp:spPr>
        <a:xfrm>
          <a:off x="0" y="3737169"/>
          <a:ext cx="5029199" cy="6142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u="none" kern="1200" dirty="0">
              <a:latin typeface="Courier New" pitchFamily="49" charset="0"/>
              <a:cs typeface="Courier New" pitchFamily="49" charset="0"/>
            </a:rPr>
            <a:t>min </a:t>
          </a:r>
          <a:r>
            <a:rPr lang="en-US" sz="2500" u="none" kern="1200" dirty="0">
              <a:latin typeface="+mj-lt"/>
              <a:cs typeface="Courier New" pitchFamily="49" charset="0"/>
            </a:rPr>
            <a:t>and</a:t>
          </a:r>
          <a:r>
            <a:rPr lang="en-US" sz="2500" u="none" kern="1200" dirty="0">
              <a:latin typeface="Courier New" pitchFamily="49" charset="0"/>
              <a:cs typeface="Courier New" pitchFamily="49" charset="0"/>
            </a:rPr>
            <a:t> max </a:t>
          </a:r>
          <a:r>
            <a:rPr lang="en-US" sz="2500" u="none" kern="1200" dirty="0">
              <a:latin typeface="+mj-lt"/>
              <a:cs typeface="Courier New" pitchFamily="49" charset="0"/>
            </a:rPr>
            <a:t>functions</a:t>
          </a:r>
          <a:endParaRPr lang="en-US" sz="2500" kern="1200" dirty="0">
            <a:latin typeface="+mj-lt"/>
            <a:cs typeface="Courier New" pitchFamily="49" charset="0"/>
          </a:endParaRPr>
        </a:p>
      </dsp:txBody>
      <dsp:txXfrm>
        <a:off x="29985" y="3767154"/>
        <a:ext cx="4969229" cy="554280"/>
      </dsp:txXfrm>
    </dsp:sp>
    <dsp:sp modelId="{00AFA200-1026-4A48-8315-D92996129699}">
      <dsp:nvSpPr>
        <dsp:cNvPr id="0" name=""/>
        <dsp:cNvSpPr/>
      </dsp:nvSpPr>
      <dsp:spPr>
        <a:xfrm>
          <a:off x="0" y="4351419"/>
          <a:ext cx="5029199" cy="1267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built-in functions that returns the item that has the lowest or highest value in a sequence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+mj-lt"/>
              <a:cs typeface="Courier New" pitchFamily="49" charset="0"/>
            </a:rPr>
            <a:t>The sequence is passed as an argument</a:t>
          </a:r>
          <a:endParaRPr lang="en-US" sz="2000" kern="1200" dirty="0">
            <a:latin typeface="Courier New" pitchFamily="49" charset="0"/>
            <a:cs typeface="Courier New" pitchFamily="49" charset="0"/>
          </a:endParaRPr>
        </a:p>
      </dsp:txBody>
      <dsp:txXfrm>
        <a:off x="0" y="4351419"/>
        <a:ext cx="5029199" cy="126787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E42BB-5D16-4720-9637-FD13A9A510D8}">
      <dsp:nvSpPr>
        <dsp:cNvPr id="0" name=""/>
        <dsp:cNvSpPr/>
      </dsp:nvSpPr>
      <dsp:spPr>
        <a:xfrm>
          <a:off x="0" y="108302"/>
          <a:ext cx="4648200" cy="10073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u="none" kern="1200" dirty="0">
              <a:latin typeface="Courier New" pitchFamily="49" charset="0"/>
              <a:cs typeface="Courier New" pitchFamily="49" charset="0"/>
            </a:rPr>
            <a:t>index(</a:t>
          </a:r>
          <a:r>
            <a:rPr lang="en-US" sz="4100" i="1" u="none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4100" u="none" kern="1200" dirty="0">
              <a:latin typeface="Courier New" pitchFamily="49" charset="0"/>
              <a:cs typeface="Courier New" pitchFamily="49" charset="0"/>
            </a:rPr>
            <a:t>)</a:t>
          </a:r>
          <a:endParaRPr lang="en-US" sz="4100" u="none" kern="1200" dirty="0">
            <a:latin typeface="+mj-lt"/>
            <a:cs typeface="Courier New" pitchFamily="49" charset="0"/>
          </a:endParaRPr>
        </a:p>
      </dsp:txBody>
      <dsp:txXfrm>
        <a:off x="49176" y="157478"/>
        <a:ext cx="4549848" cy="909018"/>
      </dsp:txXfrm>
    </dsp:sp>
    <dsp:sp modelId="{9098582E-A9C4-46AF-89F7-E5691A22D9CD}">
      <dsp:nvSpPr>
        <dsp:cNvPr id="0" name=""/>
        <dsp:cNvSpPr/>
      </dsp:nvSpPr>
      <dsp:spPr>
        <a:xfrm>
          <a:off x="0" y="1115672"/>
          <a:ext cx="4648200" cy="4413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8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>
              <a:latin typeface="+mj-lt"/>
              <a:cs typeface="Courier New" pitchFamily="49" charset="0"/>
            </a:rPr>
            <a:t>used to determine where an item is located in a tuple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>
              <a:latin typeface="+mj-lt"/>
              <a:cs typeface="Courier New" pitchFamily="49" charset="0"/>
            </a:rPr>
            <a:t>Returns the index of the first element in the tuple containing </a:t>
          </a:r>
          <a:r>
            <a:rPr lang="en-US" sz="3200" kern="1200" dirty="0">
              <a:latin typeface="Courier New" pitchFamily="49" charset="0"/>
              <a:cs typeface="Courier New" pitchFamily="49" charset="0"/>
            </a:rPr>
            <a:t>item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>
              <a:latin typeface="+mj-lt"/>
              <a:cs typeface="Courier New" pitchFamily="49" charset="0"/>
            </a:rPr>
            <a:t>Raises</a:t>
          </a:r>
          <a:r>
            <a:rPr lang="en-US" sz="3200" kern="1200" dirty="0">
              <a:latin typeface="Courier New" pitchFamily="49" charset="0"/>
              <a:cs typeface="Courier New" pitchFamily="49" charset="0"/>
            </a:rPr>
            <a:t> ValueError</a:t>
          </a:r>
          <a:r>
            <a:rPr lang="en-US" sz="3200" kern="1200" dirty="0">
              <a:latin typeface="+mj-lt"/>
              <a:cs typeface="Courier New" pitchFamily="49" charset="0"/>
            </a:rPr>
            <a:t> exception if </a:t>
          </a:r>
          <a:r>
            <a:rPr lang="en-US" sz="3200" i="1" kern="1200" dirty="0">
              <a:latin typeface="Courier New" pitchFamily="49" charset="0"/>
              <a:cs typeface="Courier New" pitchFamily="49" charset="0"/>
            </a:rPr>
            <a:t>item</a:t>
          </a:r>
          <a:r>
            <a:rPr lang="en-US" sz="3200" kern="1200" dirty="0">
              <a:latin typeface="+mj-lt"/>
              <a:cs typeface="Courier New" pitchFamily="49" charset="0"/>
            </a:rPr>
            <a:t> not in the tuple</a:t>
          </a:r>
          <a:endParaRPr lang="en-US" sz="3200" kern="1200" dirty="0">
            <a:latin typeface="Courier New" pitchFamily="49" charset="0"/>
            <a:cs typeface="Courier New" pitchFamily="49" charset="0"/>
          </a:endParaRPr>
        </a:p>
      </dsp:txBody>
      <dsp:txXfrm>
        <a:off x="0" y="1115672"/>
        <a:ext cx="4648200" cy="441323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5324C-F873-4A1A-98BF-6A4803395D14}">
      <dsp:nvSpPr>
        <dsp:cNvPr id="0" name=""/>
        <dsp:cNvSpPr/>
      </dsp:nvSpPr>
      <dsp:spPr>
        <a:xfrm>
          <a:off x="0" y="595966"/>
          <a:ext cx="5029199" cy="15110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i="0" kern="1200" dirty="0"/>
            <a:t>count()</a:t>
          </a:r>
          <a:r>
            <a:rPr lang="en-US" sz="6300" b="0" i="0" kern="1200" dirty="0"/>
            <a:t> </a:t>
          </a:r>
          <a:endParaRPr lang="en-US" sz="6300" u="none" kern="1200" dirty="0"/>
        </a:p>
      </dsp:txBody>
      <dsp:txXfrm>
        <a:off x="73764" y="669730"/>
        <a:ext cx="4881671" cy="1363527"/>
      </dsp:txXfrm>
    </dsp:sp>
    <dsp:sp modelId="{E41EC0C4-A466-4CB6-BEAE-C329D4D5715E}">
      <dsp:nvSpPr>
        <dsp:cNvPr id="0" name=""/>
        <dsp:cNvSpPr/>
      </dsp:nvSpPr>
      <dsp:spPr>
        <a:xfrm>
          <a:off x="0" y="2107021"/>
          <a:ext cx="5029199" cy="2934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677" tIns="80010" rIns="448056" bIns="80010" numCol="1" spcCol="1270" anchor="t" anchorCtr="0">
          <a:noAutofit/>
        </a:bodyPr>
        <a:lstStyle/>
        <a:p>
          <a:pPr marL="285750" lvl="1" indent="-285750" algn="l" defTabSz="2178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900" b="0" i="0" kern="1200" dirty="0"/>
            <a:t>returns count of how many times </a:t>
          </a:r>
          <a:r>
            <a:rPr lang="en-US" sz="4900" b="0" i="1" kern="1200" dirty="0"/>
            <a:t>obj</a:t>
          </a:r>
          <a:r>
            <a:rPr lang="en-US" sz="4900" b="0" i="0" kern="1200" dirty="0"/>
            <a:t> occurs in tuple.</a:t>
          </a:r>
          <a:endParaRPr lang="en-US" sz="4900" u="none" kern="1200" dirty="0"/>
        </a:p>
      </dsp:txBody>
      <dsp:txXfrm>
        <a:off x="0" y="2107021"/>
        <a:ext cx="5029199" cy="2934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1/10/2022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1/10/2022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5958" y="-4763"/>
            <a:ext cx="5013606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7638" y="1380069"/>
            <a:ext cx="8572389" cy="2616199"/>
          </a:xfrm>
        </p:spPr>
        <p:txBody>
          <a:bodyPr anchor="b">
            <a:normAutofit/>
          </a:bodyPr>
          <a:lstStyle>
            <a:lvl1pPr algn="r">
              <a:defRPr sz="59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4202" y="3996267"/>
            <a:ext cx="698582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1023" y="5883276"/>
            <a:ext cx="432291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6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49005" y="5867132"/>
            <a:ext cx="551023" cy="365125"/>
          </a:xfrm>
        </p:spPr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7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610" y="2666999"/>
            <a:ext cx="8928421" cy="2110382"/>
          </a:xfrm>
        </p:spPr>
        <p:txBody>
          <a:bodyPr anchor="b"/>
          <a:lstStyle>
            <a:lvl1pPr algn="r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608" y="4777381"/>
            <a:ext cx="892842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4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3926" y="2667000"/>
            <a:ext cx="489378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6246" y="2667000"/>
            <a:ext cx="4893781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5FE51A5-AB99-4630-AC29-3FC4F7C9FE41}"/>
              </a:ext>
            </a:extLst>
          </p:cNvPr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9622A0EE-C6FE-4485-ABBF-C2C1A36A989D}"/>
              </a:ext>
            </a:extLst>
          </p:cNvPr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6772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1718" y="2658533"/>
            <a:ext cx="460598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3925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78696" y="2667000"/>
            <a:ext cx="462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46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D1E70BB-2334-4E60-B9C5-78AACAC5BA35}"/>
              </a:ext>
            </a:extLst>
          </p:cNvPr>
          <p:cNvSpPr txBox="1">
            <a:spLocks/>
          </p:cNvSpPr>
          <p:nvPr userDrawn="1"/>
        </p:nvSpPr>
        <p:spPr>
          <a:xfrm>
            <a:off x="5271453" y="6553013"/>
            <a:ext cx="1645920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3ED97DF9-CB85-4672-8173-A09B340DBA39}"/>
              </a:ext>
            </a:extLst>
          </p:cNvPr>
          <p:cNvSpPr/>
          <p:nvPr userDrawn="1"/>
        </p:nvSpPr>
        <p:spPr>
          <a:xfrm>
            <a:off x="696886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423171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94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1C8A-F0A1-4667-890B-1B8A1F2A05AA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206E-DA6C-4A41-A871-A8BD553F98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7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1600200"/>
            <a:ext cx="354819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663" y="685800"/>
            <a:ext cx="6239365" cy="5105401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6" y="2971800"/>
            <a:ext cx="3548197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12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38" y="1752599"/>
            <a:ext cx="5424745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2704" y="914400"/>
            <a:ext cx="3280120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38" y="3124199"/>
            <a:ext cx="5424745" cy="18288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8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4732865"/>
            <a:ext cx="10016102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5391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5" y="5299603"/>
            <a:ext cx="10016102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3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0"/>
            <a:ext cx="10016102" cy="3048000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6" y="4343400"/>
            <a:ext cx="10016104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7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177" y="3428999"/>
            <a:ext cx="853059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7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31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7" y="3308581"/>
            <a:ext cx="10016100" cy="1468800"/>
          </a:xfrm>
        </p:spPr>
        <p:txBody>
          <a:bodyPr anchor="b">
            <a:normAutofit/>
          </a:bodyPr>
          <a:lstStyle>
            <a:lvl1pPr algn="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7381"/>
            <a:ext cx="100161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14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886200"/>
            <a:ext cx="10016101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5200"/>
            <a:ext cx="10016101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43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1"/>
            <a:ext cx="10016103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505200"/>
            <a:ext cx="10016104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4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7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83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0121" y="685800"/>
            <a:ext cx="1769908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3925" y="685800"/>
            <a:ext cx="8017654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91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Left Arrow 7"/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773" y="1"/>
            <a:ext cx="2436178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4" y="2667000"/>
            <a:ext cx="1001610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0122" y="5883276"/>
            <a:ext cx="1142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A27D24-2DDC-4BE2-9A3A-B80167364877}" type="datetimeFigureOut">
              <a:rPr lang="en-US" smtClean="0"/>
              <a:t>1/10/2022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1610" y="5883276"/>
            <a:ext cx="70823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900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063" rtl="0" eaLnBrk="1" latinLnBrk="0" hangingPunct="1">
        <a:spcBef>
          <a:spcPct val="0"/>
        </a:spcBef>
        <a:buNone/>
        <a:defRPr sz="3999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4825C6-D403-4065-A09B-FDB966E29D88}"/>
              </a:ext>
            </a:extLst>
          </p:cNvPr>
          <p:cNvSpPr/>
          <p:nvPr/>
        </p:nvSpPr>
        <p:spPr>
          <a:xfrm>
            <a:off x="1446212" y="1287236"/>
            <a:ext cx="3818738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- Tuples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Python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A191E-CC6F-438D-906D-3F25B555E588}"/>
              </a:ext>
            </a:extLst>
          </p:cNvPr>
          <p:cNvCxnSpPr>
            <a:cxnSpLocks/>
          </p:cNvCxnSpPr>
          <p:nvPr/>
        </p:nvCxnSpPr>
        <p:spPr>
          <a:xfrm flipV="1">
            <a:off x="1493256" y="3041562"/>
            <a:ext cx="6277556" cy="345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322F79-3A0A-435E-AA81-F408EE7E8A2C}"/>
              </a:ext>
            </a:extLst>
          </p:cNvPr>
          <p:cNvSpPr txBox="1"/>
          <p:nvPr/>
        </p:nvSpPr>
        <p:spPr>
          <a:xfrm>
            <a:off x="1424152" y="3429000"/>
            <a:ext cx="932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/>
              <a:t>Understand what are sequences and various operation in sequences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/>
              <a:t>Understand what are Lists in Python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81254C-D2EA-4C57-8CAE-5CF2CBEB6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658" y="1389628"/>
            <a:ext cx="2753109" cy="1943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D1FF8-A992-4986-AB4E-A6A23BF78C81}"/>
              </a:ext>
            </a:extLst>
          </p:cNvPr>
          <p:cNvSpPr txBox="1"/>
          <p:nvPr/>
        </p:nvSpPr>
        <p:spPr>
          <a:xfrm>
            <a:off x="1" y="16908"/>
            <a:ext cx="1218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COSC 1336 Fundamentals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296527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771" y="0"/>
            <a:ext cx="243617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522C69-E4E4-4AD4-A675-198A44C6A169}"/>
              </a:ext>
            </a:extLst>
          </p:cNvPr>
          <p:cNvSpPr txBox="1"/>
          <p:nvPr/>
        </p:nvSpPr>
        <p:spPr>
          <a:xfrm>
            <a:off x="5099255" y="5877923"/>
            <a:ext cx="1990313" cy="34090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of Cars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D224-2C32-4A9F-9EDF-3DC4DB77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280" y="4186953"/>
            <a:ext cx="7162265" cy="16115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are Sequences?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D4B3BB-0C65-4FBA-B04F-C565B4C105FF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10158-4F2C-48F9-BC4A-00DC0D8C2447}"/>
              </a:ext>
            </a:extLst>
          </p:cNvPr>
          <p:cNvSpPr/>
          <p:nvPr/>
        </p:nvSpPr>
        <p:spPr>
          <a:xfrm>
            <a:off x="1510487" y="1286251"/>
            <a:ext cx="103751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Sequences are a generic term for an ordered set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means that the order in which we input the items will be the same when we access 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It contains multiple items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The items (elements) are stored in sequence one after another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813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771" y="0"/>
            <a:ext cx="243617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Operations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563AB5-6E3C-46F8-A45D-1730594668AE}"/>
              </a:ext>
            </a:extLst>
          </p:cNvPr>
          <p:cNvGrpSpPr/>
          <p:nvPr/>
        </p:nvGrpSpPr>
        <p:grpSpPr>
          <a:xfrm>
            <a:off x="1407405" y="1267375"/>
            <a:ext cx="10630649" cy="340903"/>
            <a:chOff x="1407405" y="1267375"/>
            <a:chExt cx="10630649" cy="3409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522C69-E4E4-4AD4-A675-198A44C6A169}"/>
                </a:ext>
              </a:extLst>
            </p:cNvPr>
            <p:cNvSpPr txBox="1"/>
            <p:nvPr/>
          </p:nvSpPr>
          <p:spPr>
            <a:xfrm>
              <a:off x="1407405" y="1267375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Concatenation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960DEB-90E3-43E4-ACB6-7B1D812A7849}"/>
                </a:ext>
              </a:extLst>
            </p:cNvPr>
            <p:cNvSpPr txBox="1"/>
            <p:nvPr/>
          </p:nvSpPr>
          <p:spPr>
            <a:xfrm>
              <a:off x="3567489" y="1267375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Repetition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C82FCD-C465-4629-A0FA-A6AD57466B9D}"/>
                </a:ext>
              </a:extLst>
            </p:cNvPr>
            <p:cNvSpPr txBox="1"/>
            <p:nvPr/>
          </p:nvSpPr>
          <p:spPr>
            <a:xfrm>
              <a:off x="5727573" y="1267375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850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Membership Testing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23974F-DC44-4DCF-B79C-B21543574543}"/>
                </a:ext>
              </a:extLst>
            </p:cNvPr>
            <p:cNvSpPr txBox="1"/>
            <p:nvPr/>
          </p:nvSpPr>
          <p:spPr>
            <a:xfrm>
              <a:off x="7887657" y="1267375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Indexing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2471E3-E705-4855-86FD-99F20C34124A}"/>
                </a:ext>
              </a:extLst>
            </p:cNvPr>
            <p:cNvSpPr txBox="1"/>
            <p:nvPr/>
          </p:nvSpPr>
          <p:spPr>
            <a:xfrm>
              <a:off x="10047741" y="1267375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Slicing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C844E37-067A-4DF7-A265-C5E72CF55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935" y="2438400"/>
            <a:ext cx="5410955" cy="1190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D6506-B305-400E-BF54-D8BC5FE2B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646" y="4267059"/>
            <a:ext cx="5077534" cy="10097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F2E61C0-AD27-4C0D-BAF0-A59D9B087F6B}"/>
              </a:ext>
            </a:extLst>
          </p:cNvPr>
          <p:cNvSpPr txBox="1"/>
          <p:nvPr/>
        </p:nvSpPr>
        <p:spPr>
          <a:xfrm>
            <a:off x="5099254" y="3748326"/>
            <a:ext cx="1990313" cy="34090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of Cars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46E016-A180-4D96-A04B-9F0937284EDB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6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771" y="0"/>
            <a:ext cx="243617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6277556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Concatenation and Repetition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946C87-441D-47D8-B887-4BDEE4CEF0EA}"/>
              </a:ext>
            </a:extLst>
          </p:cNvPr>
          <p:cNvGrpSpPr/>
          <p:nvPr/>
        </p:nvGrpSpPr>
        <p:grpSpPr>
          <a:xfrm>
            <a:off x="3811216" y="2287199"/>
            <a:ext cx="4566393" cy="340903"/>
            <a:chOff x="3823132" y="2287199"/>
            <a:chExt cx="4566393" cy="34090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960DEB-90E3-43E4-ACB6-7B1D812A7849}"/>
                </a:ext>
              </a:extLst>
            </p:cNvPr>
            <p:cNvSpPr txBox="1"/>
            <p:nvPr/>
          </p:nvSpPr>
          <p:spPr>
            <a:xfrm>
              <a:off x="3823132" y="2287199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Concatenation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C82FCD-C465-4629-A0FA-A6AD57466B9D}"/>
                </a:ext>
              </a:extLst>
            </p:cNvPr>
            <p:cNvSpPr txBox="1"/>
            <p:nvPr/>
          </p:nvSpPr>
          <p:spPr>
            <a:xfrm>
              <a:off x="6399212" y="2287199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Repetition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EAB8021-5107-4A23-9990-022AB7E4E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828" y="3429000"/>
            <a:ext cx="8021169" cy="13717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4C2A71D-C444-4158-8CC7-A2FD68362288}"/>
              </a:ext>
            </a:extLst>
          </p:cNvPr>
          <p:cNvSpPr txBox="1"/>
          <p:nvPr/>
        </p:nvSpPr>
        <p:spPr>
          <a:xfrm>
            <a:off x="5256212" y="4800791"/>
            <a:ext cx="1990313" cy="34090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of Cars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D8F8FB-1985-40A8-B3BA-729369AAB6AD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79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5105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Membership Testing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23974F-DC44-4DCF-B79C-B21543574543}"/>
              </a:ext>
            </a:extLst>
          </p:cNvPr>
          <p:cNvSpPr txBox="1"/>
          <p:nvPr/>
        </p:nvSpPr>
        <p:spPr>
          <a:xfrm>
            <a:off x="5099256" y="1405236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Membership Testing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729D87-EF12-4EF6-86AA-3849F5D93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828" y="2231616"/>
            <a:ext cx="8021169" cy="13717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5F6AAE-88F4-45DF-9BD2-A2F8E8ACCA29}"/>
              </a:ext>
            </a:extLst>
          </p:cNvPr>
          <p:cNvSpPr txBox="1"/>
          <p:nvPr/>
        </p:nvSpPr>
        <p:spPr>
          <a:xfrm>
            <a:off x="5099256" y="3566964"/>
            <a:ext cx="1990313" cy="34090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of Cars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016FA6-21FA-4442-B63E-C41A52770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212" y="4572000"/>
            <a:ext cx="1143160" cy="85737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4B24D46-1362-4E46-914E-939810E47FED}"/>
              </a:ext>
            </a:extLst>
          </p:cNvPr>
          <p:cNvSpPr/>
          <p:nvPr/>
        </p:nvSpPr>
        <p:spPr>
          <a:xfrm>
            <a:off x="2697984" y="4836647"/>
            <a:ext cx="762000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81C9E0-D1D4-4C44-B8AE-DF2F80924361}"/>
              </a:ext>
            </a:extLst>
          </p:cNvPr>
          <p:cNvSpPr txBox="1"/>
          <p:nvPr/>
        </p:nvSpPr>
        <p:spPr>
          <a:xfrm>
            <a:off x="1179290" y="4836647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  a member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6D08760-0190-4B8F-91F2-FFBEE0A21B65}"/>
              </a:ext>
            </a:extLst>
          </p:cNvPr>
          <p:cNvSpPr/>
          <p:nvPr/>
        </p:nvSpPr>
        <p:spPr>
          <a:xfrm>
            <a:off x="8392046" y="4768303"/>
            <a:ext cx="762000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66E63A-9E16-4354-861C-DADCA12CFA15}"/>
              </a:ext>
            </a:extLst>
          </p:cNvPr>
          <p:cNvSpPr txBox="1"/>
          <p:nvPr/>
        </p:nvSpPr>
        <p:spPr>
          <a:xfrm>
            <a:off x="6856787" y="4768303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 a member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2365F1-7CFE-4473-87EF-0FDD7F65F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432" y="4572000"/>
            <a:ext cx="1609950" cy="628738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A4AA71-63D6-477E-984D-58725061D0ED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10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522C69-E4E4-4AD4-A675-198A44C6A169}"/>
              </a:ext>
            </a:extLst>
          </p:cNvPr>
          <p:cNvSpPr txBox="1"/>
          <p:nvPr/>
        </p:nvSpPr>
        <p:spPr>
          <a:xfrm>
            <a:off x="5103812" y="1853125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Indexing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9493A-0F0C-4646-BAF3-618723D28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2743200"/>
            <a:ext cx="9701623" cy="25768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CC81B4-9A40-4B34-9FF0-CE831E644928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9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522C69-E4E4-4AD4-A675-198A44C6A169}"/>
              </a:ext>
            </a:extLst>
          </p:cNvPr>
          <p:cNvSpPr txBox="1"/>
          <p:nvPr/>
        </p:nvSpPr>
        <p:spPr>
          <a:xfrm>
            <a:off x="5099256" y="1853125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Slicing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Slicing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7C6E03-6F8D-42D1-BDA9-4B790D27FDA4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1B195B3-5700-4135-B267-D5300C4C9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2573098"/>
            <a:ext cx="8021169" cy="1371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A98AD4-C4CF-4547-B673-DF6BC1FDC430}"/>
              </a:ext>
            </a:extLst>
          </p:cNvPr>
          <p:cNvSpPr txBox="1"/>
          <p:nvPr/>
        </p:nvSpPr>
        <p:spPr>
          <a:xfrm>
            <a:off x="5582443" y="3944889"/>
            <a:ext cx="1990313" cy="34090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 of Cars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8C4494F-762F-453E-AA79-46DA9481377C}"/>
              </a:ext>
            </a:extLst>
          </p:cNvPr>
          <p:cNvSpPr/>
          <p:nvPr/>
        </p:nvSpPr>
        <p:spPr>
          <a:xfrm>
            <a:off x="4627637" y="4800600"/>
            <a:ext cx="762000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DFCAA-80BF-4673-9D4B-7128F5832825}"/>
              </a:ext>
            </a:extLst>
          </p:cNvPr>
          <p:cNvSpPr txBox="1"/>
          <p:nvPr/>
        </p:nvSpPr>
        <p:spPr>
          <a:xfrm>
            <a:off x="3108943" y="4800600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 1 – Index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8A03DB-C8E6-4EC1-88AA-0032F8D5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612" y="4476789"/>
            <a:ext cx="333421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Sequences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 Python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C483DF-78CB-4E67-A7F2-A7C37788A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3" y="1532630"/>
            <a:ext cx="8229599" cy="379273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00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74388" y="102819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107783E-9E88-45C6-B724-0B3EC81A3615}"/>
              </a:ext>
            </a:extLst>
          </p:cNvPr>
          <p:cNvSpPr/>
          <p:nvPr/>
        </p:nvSpPr>
        <p:spPr>
          <a:xfrm>
            <a:off x="1522014" y="1490008"/>
            <a:ext cx="10375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List is the most versatile datatype available in 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List is a heterogeneous collection of items.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 list can contain numbers, strings, lists, tuples, dictionaries, objects,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Important thing about a list is that items in a list need not be of the same 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C9574-04FA-487C-8806-DB5378E47792}"/>
              </a:ext>
            </a:extLst>
          </p:cNvPr>
          <p:cNvSpPr/>
          <p:nvPr/>
        </p:nvSpPr>
        <p:spPr>
          <a:xfrm>
            <a:off x="1522013" y="3510017"/>
            <a:ext cx="103751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 list is comma-separated values (items) between </a:t>
            </a:r>
            <a:r>
              <a:rPr lang="en-US" sz="2400" dirty="0">
                <a:solidFill>
                  <a:srgbClr val="FF0000"/>
                </a:solidFill>
              </a:rPr>
              <a:t>square brackets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Element is an item in a 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0"/>
            <a:r>
              <a:rPr lang="en-US" sz="2400" dirty="0"/>
              <a:t>Syntax</a:t>
            </a:r>
          </a:p>
          <a:p>
            <a:pPr lvl="1"/>
            <a:r>
              <a:rPr lang="en-US" sz="2400" dirty="0"/>
              <a:t>list = [elem1, elem2, etc.]</a:t>
            </a:r>
          </a:p>
          <a:p>
            <a:pPr lvl="0"/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B2E3C-A67B-4FFB-BD84-4E1B10C04A2B}"/>
              </a:ext>
            </a:extLst>
          </p:cNvPr>
          <p:cNvSpPr/>
          <p:nvPr/>
        </p:nvSpPr>
        <p:spPr>
          <a:xfrm>
            <a:off x="5713412" y="5229642"/>
            <a:ext cx="5715000" cy="120032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listOne = ['physics', 'chemistry', 1997, 2000]</a:t>
            </a:r>
          </a:p>
          <a:p>
            <a:r>
              <a:rPr lang="en-US" sz="2400" dirty="0"/>
              <a:t>listTwo = [100, 442, 43, 34, 15 ]</a:t>
            </a:r>
          </a:p>
          <a:p>
            <a:r>
              <a:rPr lang="en-US" sz="2400" dirty="0"/>
              <a:t>listThree = ["a", "b", "c", "d"]</a:t>
            </a:r>
          </a:p>
        </p:txBody>
      </p:sp>
    </p:spTree>
    <p:extLst>
      <p:ext uri="{BB962C8B-B14F-4D97-AF65-F5344CB8AC3E}">
        <p14:creationId xmlns:p14="http://schemas.microsoft.com/office/powerpoint/2010/main" val="321095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Operations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648491" y="1000100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C5A0F08-2F05-4205-8B42-08BA81D8D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930" y="1029682"/>
            <a:ext cx="1066800" cy="1028588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997A3965-E2D7-4039-8557-1613FEA40590}"/>
              </a:ext>
            </a:extLst>
          </p:cNvPr>
          <p:cNvGrpSpPr/>
          <p:nvPr/>
        </p:nvGrpSpPr>
        <p:grpSpPr>
          <a:xfrm>
            <a:off x="7161212" y="1920949"/>
            <a:ext cx="4504163" cy="4439586"/>
            <a:chOff x="7161212" y="1927575"/>
            <a:chExt cx="4504163" cy="44395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5FC085-2DE2-4586-AA58-DD94F4C0AB9F}"/>
                </a:ext>
              </a:extLst>
            </p:cNvPr>
            <p:cNvGrpSpPr/>
            <p:nvPr/>
          </p:nvGrpSpPr>
          <p:grpSpPr>
            <a:xfrm>
              <a:off x="7161212" y="2609584"/>
              <a:ext cx="4504163" cy="347529"/>
              <a:chOff x="7389812" y="1775175"/>
              <a:chExt cx="4504163" cy="347529"/>
            </a:xfrm>
          </p:grpSpPr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96EFE11F-ABF5-4EE2-921A-9D46E753BEDD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D77287-F032-41E0-BF36-88B6F52780A5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Insert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C897E8-8AF1-44D1-9F77-B79DCF0A2C87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list.insert(index,elem)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F379D4-1347-4314-BDD0-361793EFE09A}"/>
                </a:ext>
              </a:extLst>
            </p:cNvPr>
            <p:cNvGrpSpPr/>
            <p:nvPr/>
          </p:nvGrpSpPr>
          <p:grpSpPr>
            <a:xfrm>
              <a:off x="7161212" y="1927575"/>
              <a:ext cx="4504163" cy="347529"/>
              <a:chOff x="7389812" y="1775175"/>
              <a:chExt cx="4504163" cy="347529"/>
            </a:xfrm>
          </p:grpSpPr>
          <p:sp>
            <p:nvSpPr>
              <p:cNvPr id="25" name="Arrow: Right 24">
                <a:extLst>
                  <a:ext uri="{FF2B5EF4-FFF2-40B4-BE49-F238E27FC236}">
                    <a16:creationId xmlns:a16="http://schemas.microsoft.com/office/drawing/2014/main" id="{8A9CE7DF-A3ED-4830-B8C0-AF17D0DA2866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FA1D73-D6EB-4729-BBD1-4C5D1FD87A09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Append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B979AF-C29F-4AF7-8C25-523C372763F4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list.append(elem)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BC8BFA1-1436-4DF1-B70D-99A57F5F376A}"/>
                </a:ext>
              </a:extLst>
            </p:cNvPr>
            <p:cNvGrpSpPr/>
            <p:nvPr/>
          </p:nvGrpSpPr>
          <p:grpSpPr>
            <a:xfrm>
              <a:off x="7161212" y="3291593"/>
              <a:ext cx="4504163" cy="347529"/>
              <a:chOff x="7389812" y="1775175"/>
              <a:chExt cx="4504163" cy="347529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8B994A5F-1798-4F72-A961-BA47EBD810DD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D6F417-5D6A-4C03-AE26-1F6F2E554502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Extend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5642866-4BC6-4FE4-A496-4032CEA32EE5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list.extend(list2)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1A5FE9A-6299-4971-A0CA-866B348935D7}"/>
                </a:ext>
              </a:extLst>
            </p:cNvPr>
            <p:cNvGrpSpPr/>
            <p:nvPr/>
          </p:nvGrpSpPr>
          <p:grpSpPr>
            <a:xfrm>
              <a:off x="7161212" y="3973602"/>
              <a:ext cx="4504163" cy="347529"/>
              <a:chOff x="7389812" y="1775175"/>
              <a:chExt cx="4504163" cy="347529"/>
            </a:xfrm>
          </p:grpSpPr>
          <p:sp>
            <p:nvSpPr>
              <p:cNvPr id="33" name="Arrow: Right 32">
                <a:extLst>
                  <a:ext uri="{FF2B5EF4-FFF2-40B4-BE49-F238E27FC236}">
                    <a16:creationId xmlns:a16="http://schemas.microsoft.com/office/drawing/2014/main" id="{240B1F7C-34D3-4179-A9DA-784EBA92D82C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8C72CD-227A-4EB0-89F1-7DB879343486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Index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959AB24-BCFF-4C10-A426-C807AC0206FC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list.index(elem)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E078F1A-FCFA-4AE3-8139-A8B062D07A17}"/>
                </a:ext>
              </a:extLst>
            </p:cNvPr>
            <p:cNvGrpSpPr/>
            <p:nvPr/>
          </p:nvGrpSpPr>
          <p:grpSpPr>
            <a:xfrm>
              <a:off x="7161212" y="4655611"/>
              <a:ext cx="4504163" cy="347529"/>
              <a:chOff x="7389812" y="1775175"/>
              <a:chExt cx="4504163" cy="347529"/>
            </a:xfrm>
          </p:grpSpPr>
          <p:sp>
            <p:nvSpPr>
              <p:cNvPr id="37" name="Arrow: Right 36">
                <a:extLst>
                  <a:ext uri="{FF2B5EF4-FFF2-40B4-BE49-F238E27FC236}">
                    <a16:creationId xmlns:a16="http://schemas.microsoft.com/office/drawing/2014/main" id="{2EAF3149-72A2-4DB1-881A-3411842DA169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25DCF8-BEAC-48A6-927A-D8D9759F5328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Remove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F788B5C-A9E9-45C6-A6AD-0DCCF87D97FB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list.remove(elem)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694FC18-C4E0-48AE-894F-615804C9DCEE}"/>
                </a:ext>
              </a:extLst>
            </p:cNvPr>
            <p:cNvGrpSpPr/>
            <p:nvPr/>
          </p:nvGrpSpPr>
          <p:grpSpPr>
            <a:xfrm>
              <a:off x="7161212" y="5337620"/>
              <a:ext cx="4504163" cy="347529"/>
              <a:chOff x="7389812" y="1775175"/>
              <a:chExt cx="4504163" cy="347529"/>
            </a:xfrm>
          </p:grpSpPr>
          <p:sp>
            <p:nvSpPr>
              <p:cNvPr id="42" name="Arrow: Right 41">
                <a:extLst>
                  <a:ext uri="{FF2B5EF4-FFF2-40B4-BE49-F238E27FC236}">
                    <a16:creationId xmlns:a16="http://schemas.microsoft.com/office/drawing/2014/main" id="{08293A17-8355-46D5-B61C-B117273D73AD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6D6B183-8BAA-4C52-BACC-930775C13822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Sort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D3063E1-FF15-4BFA-977C-9FE39C04DD69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list.sort()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2DA3E1D-5892-408F-AC79-934E2A185274}"/>
                </a:ext>
              </a:extLst>
            </p:cNvPr>
            <p:cNvGrpSpPr/>
            <p:nvPr/>
          </p:nvGrpSpPr>
          <p:grpSpPr>
            <a:xfrm>
              <a:off x="7161212" y="6019632"/>
              <a:ext cx="4504163" cy="347529"/>
              <a:chOff x="7389812" y="1775175"/>
              <a:chExt cx="4504163" cy="347529"/>
            </a:xfrm>
          </p:grpSpPr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9E5C8F16-0F0D-42F9-AE20-5E48F6B183CE}"/>
                  </a:ext>
                </a:extLst>
              </p:cNvPr>
              <p:cNvSpPr/>
              <p:nvPr/>
            </p:nvSpPr>
            <p:spPr>
              <a:xfrm>
                <a:off x="8879894" y="1775175"/>
                <a:ext cx="762000" cy="340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80894AE-A3E0-41F6-B82C-39710F0554D5}"/>
                  </a:ext>
                </a:extLst>
              </p:cNvPr>
              <p:cNvSpPr txBox="1"/>
              <p:nvPr/>
            </p:nvSpPr>
            <p:spPr>
              <a:xfrm>
                <a:off x="738981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Reverse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043005-5FCB-4401-B263-784650171B0D}"/>
                  </a:ext>
                </a:extLst>
              </p:cNvPr>
              <p:cNvSpPr txBox="1"/>
              <p:nvPr/>
            </p:nvSpPr>
            <p:spPr>
              <a:xfrm>
                <a:off x="9903662" y="1781801"/>
                <a:ext cx="1990313" cy="340903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/>
              <a:p>
                <a:pPr algn="ctr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</a:pPr>
                <a:r>
                  <a:rPr lang="en-US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list.reverse()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998C83-6187-40B2-B4D3-22A068A07A40}"/>
              </a:ext>
            </a:extLst>
          </p:cNvPr>
          <p:cNvGrpSpPr/>
          <p:nvPr/>
        </p:nvGrpSpPr>
        <p:grpSpPr>
          <a:xfrm>
            <a:off x="1285449" y="2602958"/>
            <a:ext cx="4504163" cy="347529"/>
            <a:chOff x="7389812" y="1775175"/>
            <a:chExt cx="4504163" cy="347529"/>
          </a:xfrm>
        </p:grpSpPr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9EF6E66C-D2BE-492D-B950-8F4771ACCE9B}"/>
                </a:ext>
              </a:extLst>
            </p:cNvPr>
            <p:cNvSpPr/>
            <p:nvPr/>
          </p:nvSpPr>
          <p:spPr>
            <a:xfrm>
              <a:off x="8879894" y="1775175"/>
              <a:ext cx="762000" cy="3409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2FEF0CF-E1F4-4EE7-8288-FE2054064B93}"/>
                </a:ext>
              </a:extLst>
            </p:cNvPr>
            <p:cNvSpPr txBox="1"/>
            <p:nvPr/>
          </p:nvSpPr>
          <p:spPr>
            <a:xfrm>
              <a:off x="738981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Sum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F1A609-8F12-43F3-81DB-540305D46272}"/>
                </a:ext>
              </a:extLst>
            </p:cNvPr>
            <p:cNvSpPr txBox="1"/>
            <p:nvPr/>
          </p:nvSpPr>
          <p:spPr>
            <a:xfrm>
              <a:off x="990366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sum(list)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C8989EA-1772-4456-9618-B80777B004E4}"/>
              </a:ext>
            </a:extLst>
          </p:cNvPr>
          <p:cNvGrpSpPr/>
          <p:nvPr/>
        </p:nvGrpSpPr>
        <p:grpSpPr>
          <a:xfrm>
            <a:off x="1285449" y="1920949"/>
            <a:ext cx="4504163" cy="347529"/>
            <a:chOff x="7389812" y="1775175"/>
            <a:chExt cx="4504163" cy="347529"/>
          </a:xfrm>
        </p:grpSpPr>
        <p:sp>
          <p:nvSpPr>
            <p:cNvPr id="58" name="Arrow: Right 57">
              <a:extLst>
                <a:ext uri="{FF2B5EF4-FFF2-40B4-BE49-F238E27FC236}">
                  <a16:creationId xmlns:a16="http://schemas.microsoft.com/office/drawing/2014/main" id="{6864019A-86D9-4E78-A998-3B8BBD546CA7}"/>
                </a:ext>
              </a:extLst>
            </p:cNvPr>
            <p:cNvSpPr/>
            <p:nvPr/>
          </p:nvSpPr>
          <p:spPr>
            <a:xfrm>
              <a:off x="8879894" y="1775175"/>
              <a:ext cx="762000" cy="3409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18B304-2068-4566-8AA3-E69AD08212C0}"/>
                </a:ext>
              </a:extLst>
            </p:cNvPr>
            <p:cNvSpPr txBox="1"/>
            <p:nvPr/>
          </p:nvSpPr>
          <p:spPr>
            <a:xfrm>
              <a:off x="738981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Length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9FF82CF-4BDE-41AA-8188-A165AB1D74A9}"/>
                </a:ext>
              </a:extLst>
            </p:cNvPr>
            <p:cNvSpPr txBox="1"/>
            <p:nvPr/>
          </p:nvSpPr>
          <p:spPr>
            <a:xfrm>
              <a:off x="990366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len(list)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FD5E74-DF8A-48C2-BBF0-F65837950C28}"/>
              </a:ext>
            </a:extLst>
          </p:cNvPr>
          <p:cNvGrpSpPr/>
          <p:nvPr/>
        </p:nvGrpSpPr>
        <p:grpSpPr>
          <a:xfrm>
            <a:off x="1285449" y="3284967"/>
            <a:ext cx="4504163" cy="347529"/>
            <a:chOff x="7389812" y="1775175"/>
            <a:chExt cx="4504163" cy="347529"/>
          </a:xfrm>
        </p:grpSpPr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2D1383A0-DFA2-49B0-AE7F-89768A54BB73}"/>
                </a:ext>
              </a:extLst>
            </p:cNvPr>
            <p:cNvSpPr/>
            <p:nvPr/>
          </p:nvSpPr>
          <p:spPr>
            <a:xfrm>
              <a:off x="8879894" y="1775175"/>
              <a:ext cx="762000" cy="3409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AB4D049-1B1B-4486-A753-EC9138E0BBF5}"/>
                </a:ext>
              </a:extLst>
            </p:cNvPr>
            <p:cNvSpPr txBox="1"/>
            <p:nvPr/>
          </p:nvSpPr>
          <p:spPr>
            <a:xfrm>
              <a:off x="738981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Maximum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B0706D1-CC3C-4EA7-B6AE-EE07B671F012}"/>
                </a:ext>
              </a:extLst>
            </p:cNvPr>
            <p:cNvSpPr txBox="1"/>
            <p:nvPr/>
          </p:nvSpPr>
          <p:spPr>
            <a:xfrm>
              <a:off x="990366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max(list)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7212862-6B01-4F7F-856C-A0BD956B222B}"/>
              </a:ext>
            </a:extLst>
          </p:cNvPr>
          <p:cNvGrpSpPr/>
          <p:nvPr/>
        </p:nvGrpSpPr>
        <p:grpSpPr>
          <a:xfrm>
            <a:off x="1285449" y="3966976"/>
            <a:ext cx="4504163" cy="347529"/>
            <a:chOff x="7389812" y="1775175"/>
            <a:chExt cx="4504163" cy="347529"/>
          </a:xfrm>
        </p:grpSpPr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C045ECED-317A-4A71-A9C2-BD03820D7440}"/>
                </a:ext>
              </a:extLst>
            </p:cNvPr>
            <p:cNvSpPr/>
            <p:nvPr/>
          </p:nvSpPr>
          <p:spPr>
            <a:xfrm>
              <a:off x="8879894" y="1775175"/>
              <a:ext cx="762000" cy="3409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1AC499-187F-423F-BF11-0AEF7442EB32}"/>
                </a:ext>
              </a:extLst>
            </p:cNvPr>
            <p:cNvSpPr txBox="1"/>
            <p:nvPr/>
          </p:nvSpPr>
          <p:spPr>
            <a:xfrm>
              <a:off x="738981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Minimum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904A204-0084-4059-A112-6742BCABD68A}"/>
                </a:ext>
              </a:extLst>
            </p:cNvPr>
            <p:cNvSpPr txBox="1"/>
            <p:nvPr/>
          </p:nvSpPr>
          <p:spPr>
            <a:xfrm>
              <a:off x="990366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min(list)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F86EDCD-40B9-4769-962D-81982A1D3E87}"/>
              </a:ext>
            </a:extLst>
          </p:cNvPr>
          <p:cNvGrpSpPr/>
          <p:nvPr/>
        </p:nvGrpSpPr>
        <p:grpSpPr>
          <a:xfrm>
            <a:off x="1285449" y="4648985"/>
            <a:ext cx="4504163" cy="347529"/>
            <a:chOff x="7389812" y="1775175"/>
            <a:chExt cx="4504163" cy="347529"/>
          </a:xfrm>
        </p:grpSpPr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572FFEBA-12B0-4E02-B9BF-6954565E665B}"/>
                </a:ext>
              </a:extLst>
            </p:cNvPr>
            <p:cNvSpPr/>
            <p:nvPr/>
          </p:nvSpPr>
          <p:spPr>
            <a:xfrm>
              <a:off x="8879894" y="1775175"/>
              <a:ext cx="762000" cy="3409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162A921-DC4F-48DE-9063-DB082F6F8D68}"/>
                </a:ext>
              </a:extLst>
            </p:cNvPr>
            <p:cNvSpPr txBox="1"/>
            <p:nvPr/>
          </p:nvSpPr>
          <p:spPr>
            <a:xfrm>
              <a:off x="738981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Delete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B407164-B983-46AC-8DB0-D068F8FF5A28}"/>
                </a:ext>
              </a:extLst>
            </p:cNvPr>
            <p:cNvSpPr txBox="1"/>
            <p:nvPr/>
          </p:nvSpPr>
          <p:spPr>
            <a:xfrm>
              <a:off x="9903662" y="1781801"/>
              <a:ext cx="1990313" cy="340903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 fontScale="92500" lnSpcReduction="10000"/>
            </a:bodyPr>
            <a:lstStyle/>
            <a:p>
              <a:pPr algn="ctr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</a:pPr>
              <a:r>
                <a:rPr lang="en-US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del(list)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865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Indexing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33678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107783E-9E88-45C6-B724-0B3EC81A3615}"/>
              </a:ext>
            </a:extLst>
          </p:cNvPr>
          <p:cNvSpPr/>
          <p:nvPr/>
        </p:nvSpPr>
        <p:spPr>
          <a:xfrm>
            <a:off x="1480114" y="1981200"/>
            <a:ext cx="10375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A number specifying the position of an element in a list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Enables access to individual element in list</a:t>
            </a:r>
          </a:p>
          <a:p>
            <a:endParaRPr lang="en-US" alt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access values in lists, use the </a:t>
            </a:r>
            <a:r>
              <a:rPr lang="en-US" sz="2400" dirty="0">
                <a:solidFill>
                  <a:srgbClr val="FF0000"/>
                </a:solidFill>
              </a:rPr>
              <a:t>square brackets [] </a:t>
            </a:r>
            <a:r>
              <a:rPr lang="en-US" sz="2400" dirty="0"/>
              <a:t>to obtain value available at that index.</a:t>
            </a:r>
          </a:p>
        </p:txBody>
      </p:sp>
    </p:spTree>
    <p:extLst>
      <p:ext uri="{BB962C8B-B14F-4D97-AF65-F5344CB8AC3E}">
        <p14:creationId xmlns:p14="http://schemas.microsoft.com/office/powerpoint/2010/main" val="106227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Indexing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11627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B97DA58-E748-4560-A93B-6B5D3E09E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45" y="1212444"/>
            <a:ext cx="4572000" cy="4433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51776F-2097-4A51-AE33-6F9E30BD2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975" y="3042884"/>
            <a:ext cx="5734850" cy="354379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2430AB0-2AB8-4A1C-BDAA-F2F0D0825569}"/>
              </a:ext>
            </a:extLst>
          </p:cNvPr>
          <p:cNvSpPr/>
          <p:nvPr/>
        </p:nvSpPr>
        <p:spPr>
          <a:xfrm rot="10970802">
            <a:off x="4578422" y="1529285"/>
            <a:ext cx="739519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5A688-725A-49BC-9B91-05770BFA2E11}"/>
              </a:ext>
            </a:extLst>
          </p:cNvPr>
          <p:cNvSpPr txBox="1"/>
          <p:nvPr/>
        </p:nvSpPr>
        <p:spPr>
          <a:xfrm>
            <a:off x="4840111" y="1529284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Physical List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0675C70-9BE4-43F5-BBBF-546C7AEC3333}"/>
              </a:ext>
            </a:extLst>
          </p:cNvPr>
          <p:cNvSpPr/>
          <p:nvPr/>
        </p:nvSpPr>
        <p:spPr>
          <a:xfrm rot="16200000" flipH="1">
            <a:off x="9018474" y="2935595"/>
            <a:ext cx="613381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4B364-1369-4268-96E2-6597976B404B}"/>
              </a:ext>
            </a:extLst>
          </p:cNvPr>
          <p:cNvSpPr txBox="1"/>
          <p:nvPr/>
        </p:nvSpPr>
        <p:spPr>
          <a:xfrm>
            <a:off x="8326243" y="2765143"/>
            <a:ext cx="1990313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 List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E088566-2D38-4E2A-874D-330118796AD2}"/>
              </a:ext>
            </a:extLst>
          </p:cNvPr>
          <p:cNvSpPr/>
          <p:nvPr/>
        </p:nvSpPr>
        <p:spPr>
          <a:xfrm>
            <a:off x="6941496" y="4797618"/>
            <a:ext cx="739519" cy="340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025CA-DDC6-4D19-B549-01EFB2FC6AFD}"/>
              </a:ext>
            </a:extLst>
          </p:cNvPr>
          <p:cNvSpPr txBox="1"/>
          <p:nvPr/>
        </p:nvSpPr>
        <p:spPr>
          <a:xfrm>
            <a:off x="5984013" y="4786524"/>
            <a:ext cx="1164437" cy="340903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94064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Indexing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64868" y="102860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107783E-9E88-45C6-B724-0B3EC81A3615}"/>
              </a:ext>
            </a:extLst>
          </p:cNvPr>
          <p:cNvSpPr/>
          <p:nvPr/>
        </p:nvSpPr>
        <p:spPr>
          <a:xfrm>
            <a:off x="1522014" y="1295400"/>
            <a:ext cx="10375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Positive Indexing: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Indexing left to right, starts at 0</a:t>
            </a:r>
            <a:endParaRPr lang="en-US" alt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Index of first element in the list is Zero(0), second element is 1, and n’th element is [n – 1].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FEFB4E0-1374-4148-8205-05A211855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801615"/>
              </p:ext>
            </p:extLst>
          </p:nvPr>
        </p:nvGraphicFramePr>
        <p:xfrm>
          <a:off x="1818562" y="3057406"/>
          <a:ext cx="9782027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9043">
                  <a:extLst>
                    <a:ext uri="{9D8B030D-6E8A-4147-A177-3AD203B41FA5}">
                      <a16:colId xmlns:a16="http://schemas.microsoft.com/office/drawing/2014/main" val="73397374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1114898060"/>
                    </a:ext>
                  </a:extLst>
                </a:gridCol>
                <a:gridCol w="1628921">
                  <a:extLst>
                    <a:ext uri="{9D8B030D-6E8A-4147-A177-3AD203B41FA5}">
                      <a16:colId xmlns:a16="http://schemas.microsoft.com/office/drawing/2014/main" val="3799195493"/>
                    </a:ext>
                  </a:extLst>
                </a:gridCol>
                <a:gridCol w="1431107">
                  <a:extLst>
                    <a:ext uri="{9D8B030D-6E8A-4147-A177-3AD203B41FA5}">
                      <a16:colId xmlns:a16="http://schemas.microsoft.com/office/drawing/2014/main" val="421977190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421611492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3627395818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261281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listOne = [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'physics',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'chemistry',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1997,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2000,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“biology”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“AllyBaba”]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Element#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4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Index#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7956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EC8276-90CB-40CC-B1A2-3FCFA052EA6B}"/>
              </a:ext>
            </a:extLst>
          </p:cNvPr>
          <p:cNvSpPr/>
          <p:nvPr/>
        </p:nvSpPr>
        <p:spPr>
          <a:xfrm>
            <a:off x="1642859" y="4362272"/>
            <a:ext cx="10375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Print 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element: print(listOne[2]</a:t>
            </a:r>
          </a:p>
          <a:p>
            <a:pPr lvl="3"/>
            <a:r>
              <a:rPr lang="en-US" altLang="en-US" sz="2400" dirty="0"/>
              <a:t>Display -&gt; 1997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Print 1st element: print(listOne[0]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Display -&gt; physics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9459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Indexing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4073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107783E-9E88-45C6-B724-0B3EC81A3615}"/>
              </a:ext>
            </a:extLst>
          </p:cNvPr>
          <p:cNvSpPr/>
          <p:nvPr/>
        </p:nvSpPr>
        <p:spPr>
          <a:xfrm>
            <a:off x="1522014" y="1295400"/>
            <a:ext cx="10375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Negative Indexing: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Negative indexes identify positions relative to the end of the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The index -1 identifies the last element, -2 identifies the next to last element, etc.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FBEA4474-5800-40BE-8CE8-14E6EE5F4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755031"/>
              </p:ext>
            </p:extLst>
          </p:nvPr>
        </p:nvGraphicFramePr>
        <p:xfrm>
          <a:off x="1827212" y="3104053"/>
          <a:ext cx="9782027" cy="1112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9043">
                  <a:extLst>
                    <a:ext uri="{9D8B030D-6E8A-4147-A177-3AD203B41FA5}">
                      <a16:colId xmlns:a16="http://schemas.microsoft.com/office/drawing/2014/main" val="73397374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1114898060"/>
                    </a:ext>
                  </a:extLst>
                </a:gridCol>
                <a:gridCol w="1628921">
                  <a:extLst>
                    <a:ext uri="{9D8B030D-6E8A-4147-A177-3AD203B41FA5}">
                      <a16:colId xmlns:a16="http://schemas.microsoft.com/office/drawing/2014/main" val="3799195493"/>
                    </a:ext>
                  </a:extLst>
                </a:gridCol>
                <a:gridCol w="1431107">
                  <a:extLst>
                    <a:ext uri="{9D8B030D-6E8A-4147-A177-3AD203B41FA5}">
                      <a16:colId xmlns:a16="http://schemas.microsoft.com/office/drawing/2014/main" val="421977190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4216114920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3627395818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261281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listOne = [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'physics',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'chemistry',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1997,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2000,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“biology”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“AllyBaba”]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Element#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4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Index#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7956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437AF7D-0E00-42A4-BEED-C0CC804B8D36}"/>
              </a:ext>
            </a:extLst>
          </p:cNvPr>
          <p:cNvSpPr/>
          <p:nvPr/>
        </p:nvSpPr>
        <p:spPr>
          <a:xfrm>
            <a:off x="1651509" y="4408919"/>
            <a:ext cx="10375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Print 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element: print(listOne[-4]</a:t>
            </a:r>
          </a:p>
          <a:p>
            <a:pPr lvl="3"/>
            <a:r>
              <a:rPr lang="en-US" altLang="en-US" sz="2400" dirty="0"/>
              <a:t>Display -&gt; 1997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Print 1st element: print(listOne[-6]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Display -&gt; physics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11539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are Mutable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09979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107783E-9E88-45C6-B724-0B3EC81A3615}"/>
              </a:ext>
            </a:extLst>
          </p:cNvPr>
          <p:cNvSpPr/>
          <p:nvPr/>
        </p:nvSpPr>
        <p:spPr>
          <a:xfrm>
            <a:off x="1522014" y="1295400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An element in a list can be changed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Lists are mutable, and so their elements can be updated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FBEA4474-5800-40BE-8CE8-14E6EE5F4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618256"/>
              </p:ext>
            </p:extLst>
          </p:nvPr>
        </p:nvGraphicFramePr>
        <p:xfrm>
          <a:off x="1674812" y="2404228"/>
          <a:ext cx="7842939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9043">
                  <a:extLst>
                    <a:ext uri="{9D8B030D-6E8A-4147-A177-3AD203B41FA5}">
                      <a16:colId xmlns:a16="http://schemas.microsoft.com/office/drawing/2014/main" val="733973740"/>
                    </a:ext>
                  </a:extLst>
                </a:gridCol>
                <a:gridCol w="1168718">
                  <a:extLst>
                    <a:ext uri="{9D8B030D-6E8A-4147-A177-3AD203B41FA5}">
                      <a16:colId xmlns:a16="http://schemas.microsoft.com/office/drawing/2014/main" val="1114898060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3799195493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4219771900"/>
                    </a:ext>
                  </a:extLst>
                </a:gridCol>
                <a:gridCol w="692785">
                  <a:extLst>
                    <a:ext uri="{9D8B030D-6E8A-4147-A177-3AD203B41FA5}">
                      <a16:colId xmlns:a16="http://schemas.microsoft.com/office/drawing/2014/main" val="4216114920"/>
                    </a:ext>
                  </a:extLst>
                </a:gridCol>
                <a:gridCol w="1175068">
                  <a:extLst>
                    <a:ext uri="{9D8B030D-6E8A-4147-A177-3AD203B41FA5}">
                      <a16:colId xmlns:a16="http://schemas.microsoft.com/office/drawing/2014/main" val="3627395818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261281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listOne = [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'physics',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'chemistry',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1997,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2000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“biology”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“AllyBaba”]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552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437AF7D-0E00-42A4-BEED-C0CC804B8D36}"/>
              </a:ext>
            </a:extLst>
          </p:cNvPr>
          <p:cNvSpPr/>
          <p:nvPr/>
        </p:nvSpPr>
        <p:spPr>
          <a:xfrm>
            <a:off x="2208212" y="3052899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Change 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element to 2021: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listOne[2] = 2021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0BAC79F5-8BF7-4B18-A934-F1E70D368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671375"/>
              </p:ext>
            </p:extLst>
          </p:nvPr>
        </p:nvGraphicFramePr>
        <p:xfrm>
          <a:off x="1674812" y="3976307"/>
          <a:ext cx="7818174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9043">
                  <a:extLst>
                    <a:ext uri="{9D8B030D-6E8A-4147-A177-3AD203B41FA5}">
                      <a16:colId xmlns:a16="http://schemas.microsoft.com/office/drawing/2014/main" val="733973740"/>
                    </a:ext>
                  </a:extLst>
                </a:gridCol>
                <a:gridCol w="1168718">
                  <a:extLst>
                    <a:ext uri="{9D8B030D-6E8A-4147-A177-3AD203B41FA5}">
                      <a16:colId xmlns:a16="http://schemas.microsoft.com/office/drawing/2014/main" val="1114898060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3799195493"/>
                    </a:ext>
                  </a:extLst>
                </a:gridCol>
                <a:gridCol w="753428">
                  <a:extLst>
                    <a:ext uri="{9D8B030D-6E8A-4147-A177-3AD203B41FA5}">
                      <a16:colId xmlns:a16="http://schemas.microsoft.com/office/drawing/2014/main" val="4219771900"/>
                    </a:ext>
                  </a:extLst>
                </a:gridCol>
                <a:gridCol w="692785">
                  <a:extLst>
                    <a:ext uri="{9D8B030D-6E8A-4147-A177-3AD203B41FA5}">
                      <a16:colId xmlns:a16="http://schemas.microsoft.com/office/drawing/2014/main" val="4216114920"/>
                    </a:ext>
                  </a:extLst>
                </a:gridCol>
                <a:gridCol w="1175068">
                  <a:extLst>
                    <a:ext uri="{9D8B030D-6E8A-4147-A177-3AD203B41FA5}">
                      <a16:colId xmlns:a16="http://schemas.microsoft.com/office/drawing/2014/main" val="3627395818"/>
                    </a:ext>
                  </a:extLst>
                </a:gridCol>
                <a:gridCol w="1373239">
                  <a:extLst>
                    <a:ext uri="{9D8B030D-6E8A-4147-A177-3AD203B41FA5}">
                      <a16:colId xmlns:a16="http://schemas.microsoft.com/office/drawing/2014/main" val="261281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listOne = [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'physics',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'chemistry',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2021,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2000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“biology”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“AllyBaba”]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552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33D1EBC-2F69-4969-95CE-456FD95C7209}"/>
              </a:ext>
            </a:extLst>
          </p:cNvPr>
          <p:cNvSpPr/>
          <p:nvPr/>
        </p:nvSpPr>
        <p:spPr>
          <a:xfrm>
            <a:off x="2360612" y="4439558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Change last element to James Bond: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listOne[-1] = “James Bond”</a:t>
            </a: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E6955896-2170-478B-A810-B0FF237B7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778771"/>
              </p:ext>
            </p:extLst>
          </p:nvPr>
        </p:nvGraphicFramePr>
        <p:xfrm>
          <a:off x="1674812" y="5362966"/>
          <a:ext cx="8465158" cy="370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6802">
                  <a:extLst>
                    <a:ext uri="{9D8B030D-6E8A-4147-A177-3AD203B41FA5}">
                      <a16:colId xmlns:a16="http://schemas.microsoft.com/office/drawing/2014/main" val="733973740"/>
                    </a:ext>
                  </a:extLst>
                </a:gridCol>
                <a:gridCol w="1168718">
                  <a:extLst>
                    <a:ext uri="{9D8B030D-6E8A-4147-A177-3AD203B41FA5}">
                      <a16:colId xmlns:a16="http://schemas.microsoft.com/office/drawing/2014/main" val="1114898060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3799195493"/>
                    </a:ext>
                  </a:extLst>
                </a:gridCol>
                <a:gridCol w="753428">
                  <a:extLst>
                    <a:ext uri="{9D8B030D-6E8A-4147-A177-3AD203B41FA5}">
                      <a16:colId xmlns:a16="http://schemas.microsoft.com/office/drawing/2014/main" val="4219771900"/>
                    </a:ext>
                  </a:extLst>
                </a:gridCol>
                <a:gridCol w="692785">
                  <a:extLst>
                    <a:ext uri="{9D8B030D-6E8A-4147-A177-3AD203B41FA5}">
                      <a16:colId xmlns:a16="http://schemas.microsoft.com/office/drawing/2014/main" val="4216114920"/>
                    </a:ext>
                  </a:extLst>
                </a:gridCol>
                <a:gridCol w="1276293">
                  <a:extLst>
                    <a:ext uri="{9D8B030D-6E8A-4147-A177-3AD203B41FA5}">
                      <a16:colId xmlns:a16="http://schemas.microsoft.com/office/drawing/2014/main" val="3627395818"/>
                    </a:ext>
                  </a:extLst>
                </a:gridCol>
                <a:gridCol w="1661239">
                  <a:extLst>
                    <a:ext uri="{9D8B030D-6E8A-4147-A177-3AD203B41FA5}">
                      <a16:colId xmlns:a16="http://schemas.microsoft.com/office/drawing/2014/main" val="261281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listOne = [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'physics',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'chemistry', 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2021,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2000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“biology”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“James Bond”]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8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16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41208" y="100715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743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Concatenation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48135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C66DC43-39C4-4271-90AD-5A0962862B28}"/>
              </a:ext>
            </a:extLst>
          </p:cNvPr>
          <p:cNvSpPr/>
          <p:nvPr/>
        </p:nvSpPr>
        <p:spPr>
          <a:xfrm>
            <a:off x="1522014" y="1295400"/>
            <a:ext cx="103751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Join two or more lists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+ operator can be used to concatenate two lists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Cannot concatenate a list with another data type, such as a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The += augmented assignment operator can also be used to concatenate lists</a:t>
            </a:r>
            <a:endParaRPr lang="he-IL" sz="2400" dirty="0">
              <a:cs typeface="Courier New" pitchFamily="49" charset="0"/>
            </a:endParaRPr>
          </a:p>
          <a:p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B792D-B254-4EB7-B0A9-619866109100}"/>
              </a:ext>
            </a:extLst>
          </p:cNvPr>
          <p:cNvSpPr/>
          <p:nvPr/>
        </p:nvSpPr>
        <p:spPr>
          <a:xfrm>
            <a:off x="2513012" y="2971800"/>
            <a:ext cx="4685023" cy="353943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Concatenation of List</a:t>
            </a:r>
          </a:p>
          <a:p>
            <a:endParaRPr lang="en-US" sz="2800" dirty="0"/>
          </a:p>
          <a:p>
            <a:r>
              <a:rPr lang="en-US" sz="2800" dirty="0"/>
              <a:t>listOne = ['Ally', 'Baba']</a:t>
            </a:r>
          </a:p>
          <a:p>
            <a:r>
              <a:rPr lang="en-US" sz="2800" dirty="0"/>
              <a:t>listTwo = ['Python','Teach']</a:t>
            </a:r>
          </a:p>
          <a:p>
            <a:endParaRPr lang="en-US" sz="2800" dirty="0"/>
          </a:p>
          <a:p>
            <a:r>
              <a:rPr lang="en-US" sz="2800" dirty="0"/>
              <a:t>listThree = listOne + listTwo</a:t>
            </a:r>
          </a:p>
          <a:p>
            <a:endParaRPr lang="en-US" sz="2800" dirty="0"/>
          </a:p>
          <a:p>
            <a:r>
              <a:rPr lang="en-US" sz="2800" dirty="0"/>
              <a:t>print(listThree)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12DFF-23A1-49D6-9502-D166EE4A01E4}"/>
              </a:ext>
            </a:extLst>
          </p:cNvPr>
          <p:cNvSpPr/>
          <p:nvPr/>
        </p:nvSpPr>
        <p:spPr>
          <a:xfrm>
            <a:off x="7333301" y="6022646"/>
            <a:ext cx="4685023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['Ally', 'Baba', 'Python', 'Teach']</a:t>
            </a:r>
          </a:p>
        </p:txBody>
      </p:sp>
    </p:spTree>
    <p:extLst>
      <p:ext uri="{BB962C8B-B14F-4D97-AF65-F5344CB8AC3E}">
        <p14:creationId xmlns:p14="http://schemas.microsoft.com/office/powerpoint/2010/main" val="235205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Repetition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55062" y="977802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C66DC43-39C4-4271-90AD-5A0962862B28}"/>
              </a:ext>
            </a:extLst>
          </p:cNvPr>
          <p:cNvSpPr/>
          <p:nvPr/>
        </p:nvSpPr>
        <p:spPr>
          <a:xfrm>
            <a:off x="1522014" y="1200707"/>
            <a:ext cx="103751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Makes multiple copies of a list and joins them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* symbol is a repetition operator when applied to a sequence with integer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Sequence is left operand, number is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Syntax - list * n</a:t>
            </a:r>
          </a:p>
          <a:p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B792D-B254-4EB7-B0A9-619866109100}"/>
              </a:ext>
            </a:extLst>
          </p:cNvPr>
          <p:cNvSpPr/>
          <p:nvPr/>
        </p:nvSpPr>
        <p:spPr>
          <a:xfrm>
            <a:off x="1522014" y="2731096"/>
            <a:ext cx="4685023" cy="267765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Repetition of List</a:t>
            </a:r>
          </a:p>
          <a:p>
            <a:endParaRPr lang="en-US" sz="2800" dirty="0"/>
          </a:p>
          <a:p>
            <a:r>
              <a:rPr lang="en-US" sz="2800" dirty="0"/>
              <a:t>listOne = ['Ally', 'Baba']</a:t>
            </a:r>
          </a:p>
          <a:p>
            <a:r>
              <a:rPr lang="en-US" sz="2800" dirty="0"/>
              <a:t>listTwo = listOne * 3</a:t>
            </a:r>
          </a:p>
          <a:p>
            <a:endParaRPr lang="en-US" sz="2800" dirty="0"/>
          </a:p>
          <a:p>
            <a:r>
              <a:rPr lang="en-US" sz="2800" dirty="0"/>
              <a:t>print(listTwo)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12DFF-23A1-49D6-9502-D166EE4A01E4}"/>
              </a:ext>
            </a:extLst>
          </p:cNvPr>
          <p:cNvSpPr/>
          <p:nvPr/>
        </p:nvSpPr>
        <p:spPr>
          <a:xfrm>
            <a:off x="3579812" y="5657293"/>
            <a:ext cx="78486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['Ally', 'Baba', 'Ally', 'Baba', 'Ally', 'Baba']</a:t>
            </a:r>
          </a:p>
        </p:txBody>
      </p:sp>
    </p:spTree>
    <p:extLst>
      <p:ext uri="{BB962C8B-B14F-4D97-AF65-F5344CB8AC3E}">
        <p14:creationId xmlns:p14="http://schemas.microsoft.com/office/powerpoint/2010/main" val="3290498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Slicing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C66DC43-39C4-4271-90AD-5A0962862B28}"/>
              </a:ext>
            </a:extLst>
          </p:cNvPr>
          <p:cNvSpPr/>
          <p:nvPr/>
        </p:nvSpPr>
        <p:spPr>
          <a:xfrm>
            <a:off x="1522014" y="1200707"/>
            <a:ext cx="103751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 span of items that are taken from a sequence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List slicing format: list[startIndex : endIndex]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Span is a list containing elements from startIndex up to, but not including, endIndex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start not specified, 0 is used for start 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end not specified, len(list) is used for end index</a:t>
            </a:r>
          </a:p>
          <a:p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9917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Slicing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34281" y="1017350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82B792D-B254-4EB7-B0A9-619866109100}"/>
              </a:ext>
            </a:extLst>
          </p:cNvPr>
          <p:cNvSpPr/>
          <p:nvPr/>
        </p:nvSpPr>
        <p:spPr>
          <a:xfrm>
            <a:off x="1370013" y="1103915"/>
            <a:ext cx="7086599" cy="310854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slicing</a:t>
            </a:r>
          </a:p>
          <a:p>
            <a:r>
              <a:rPr lang="en-US" sz="2800" dirty="0"/>
              <a:t>aList = ['spam', 'eggs', 100, 1234, 345, 456, 678]</a:t>
            </a:r>
          </a:p>
          <a:p>
            <a:r>
              <a:rPr lang="en-US" sz="2800" dirty="0"/>
              <a:t>print ('index 0 to 2nd element : ', aList[:3])</a:t>
            </a:r>
          </a:p>
          <a:p>
            <a:r>
              <a:rPr lang="en-US" sz="2800" dirty="0"/>
              <a:t>print ('index 2 to last element : ', aList[2:])</a:t>
            </a:r>
          </a:p>
          <a:p>
            <a:endParaRPr lang="en-US" sz="2800" dirty="0"/>
          </a:p>
          <a:p>
            <a:r>
              <a:rPr lang="en-US" sz="2800" dirty="0"/>
              <a:t>print ('index 1 to the index (2-1): ', aList[1:2])</a:t>
            </a:r>
          </a:p>
          <a:p>
            <a:r>
              <a:rPr lang="en-US" sz="2800" dirty="0"/>
              <a:t>print ('index 1 to the index (3-1): ', aList[1:3])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12DFF-23A1-49D6-9502-D166EE4A01E4}"/>
              </a:ext>
            </a:extLst>
          </p:cNvPr>
          <p:cNvSpPr/>
          <p:nvPr/>
        </p:nvSpPr>
        <p:spPr>
          <a:xfrm>
            <a:off x="3334915" y="4322899"/>
            <a:ext cx="78486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index 0 to index[3-1]:  ['spam', 'eggs', 100]</a:t>
            </a:r>
          </a:p>
          <a:p>
            <a:r>
              <a:rPr lang="en-US" sz="2800" dirty="0"/>
              <a:t>index 2 to end :  [100, 1234, 345, 456, 678]</a:t>
            </a:r>
          </a:p>
          <a:p>
            <a:r>
              <a:rPr lang="en-US" sz="2800" dirty="0"/>
              <a:t>index 1 to the index (2-1):  ['eggs']</a:t>
            </a:r>
          </a:p>
          <a:p>
            <a:r>
              <a:rPr lang="en-US" sz="2800" dirty="0"/>
              <a:t>index 1 to the index (3-1):  ['eggs', 100]</a:t>
            </a:r>
          </a:p>
        </p:txBody>
      </p:sp>
    </p:spTree>
    <p:extLst>
      <p:ext uri="{BB962C8B-B14F-4D97-AF65-F5344CB8AC3E}">
        <p14:creationId xmlns:p14="http://schemas.microsoft.com/office/powerpoint/2010/main" val="258624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Membership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41208" y="100715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C66DC43-39C4-4271-90AD-5A0962862B28}"/>
              </a:ext>
            </a:extLst>
          </p:cNvPr>
          <p:cNvSpPr/>
          <p:nvPr/>
        </p:nvSpPr>
        <p:spPr>
          <a:xfrm>
            <a:off x="1522014" y="1200707"/>
            <a:ext cx="103751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iterate over a list using a for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use the in operator to determine whether an item is contained in a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Format: for x in list:</a:t>
            </a:r>
          </a:p>
          <a:p>
            <a:endParaRPr lang="en-US" sz="2400" dirty="0"/>
          </a:p>
          <a:p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lvl="0"/>
            <a:endParaRPr lang="en-US" sz="2400" dirty="0"/>
          </a:p>
          <a:p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B90BD-0AA1-4168-BF87-580783962CEA}"/>
              </a:ext>
            </a:extLst>
          </p:cNvPr>
          <p:cNvSpPr/>
          <p:nvPr/>
        </p:nvSpPr>
        <p:spPr>
          <a:xfrm>
            <a:off x="1451776" y="2667000"/>
            <a:ext cx="5257800" cy="267765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print each element</a:t>
            </a:r>
          </a:p>
          <a:p>
            <a:endParaRPr lang="en-US" sz="2800" dirty="0"/>
          </a:p>
          <a:p>
            <a:r>
              <a:rPr lang="en-US" sz="2800" dirty="0"/>
              <a:t>aList = ["a", "pilgrim", "foo", "b"] </a:t>
            </a:r>
          </a:p>
          <a:p>
            <a:endParaRPr lang="en-US" sz="2800" dirty="0"/>
          </a:p>
          <a:p>
            <a:r>
              <a:rPr lang="en-US" sz="2800" dirty="0"/>
              <a:t>For elem in aList:</a:t>
            </a:r>
          </a:p>
          <a:p>
            <a:r>
              <a:rPr lang="en-US" sz="2800" dirty="0"/>
              <a:t>	print(elem)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7272E-815F-42A4-BAC0-3D33CCB33FDC}"/>
              </a:ext>
            </a:extLst>
          </p:cNvPr>
          <p:cNvSpPr/>
          <p:nvPr/>
        </p:nvSpPr>
        <p:spPr>
          <a:xfrm>
            <a:off x="6709576" y="4977077"/>
            <a:ext cx="52578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a</a:t>
            </a:r>
          </a:p>
          <a:p>
            <a:r>
              <a:rPr lang="en-US" sz="2800" dirty="0"/>
              <a:t>pilgrim</a:t>
            </a:r>
          </a:p>
          <a:p>
            <a:r>
              <a:rPr lang="en-US" sz="2800" dirty="0"/>
              <a:t>foo</a:t>
            </a:r>
          </a:p>
          <a:p>
            <a:r>
              <a:rPr lang="en-US" sz="28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71461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209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Membership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48135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19B90BD-0AA1-4168-BF87-580783962CEA}"/>
              </a:ext>
            </a:extLst>
          </p:cNvPr>
          <p:cNvSpPr/>
          <p:nvPr/>
        </p:nvSpPr>
        <p:spPr>
          <a:xfrm>
            <a:off x="1370012" y="1600200"/>
            <a:ext cx="6934200" cy="267765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filtering a list</a:t>
            </a:r>
          </a:p>
          <a:p>
            <a:endParaRPr lang="en-US" sz="2800" dirty="0"/>
          </a:p>
          <a:p>
            <a:r>
              <a:rPr lang="en-US" sz="2800" dirty="0"/>
              <a:t>aList = ["a", "pilgrim", "foo", "b"] </a:t>
            </a:r>
          </a:p>
          <a:p>
            <a:endParaRPr lang="en-US" sz="2800" dirty="0"/>
          </a:p>
          <a:p>
            <a:r>
              <a:rPr lang="en-US" sz="2800" dirty="0"/>
              <a:t>print([elem for elem in aList if len(elem) &gt; 1] )           </a:t>
            </a:r>
          </a:p>
          <a:p>
            <a:r>
              <a:rPr lang="en-US" sz="2800" dirty="0"/>
              <a:t>print ([elem for elem in aList if elem != "b"]   )       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8532812" y="3323749"/>
            <a:ext cx="3505200" cy="95410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['pilgrim', 'foo']</a:t>
            </a:r>
          </a:p>
          <a:p>
            <a:r>
              <a:rPr lang="en-US" sz="2800" dirty="0"/>
              <a:t>['a', 'pilgrim', 'foo']</a:t>
            </a:r>
          </a:p>
        </p:txBody>
      </p:sp>
    </p:spTree>
    <p:extLst>
      <p:ext uri="{BB962C8B-B14F-4D97-AF65-F5344CB8AC3E}">
        <p14:creationId xmlns:p14="http://schemas.microsoft.com/office/powerpoint/2010/main" val="1158055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function - len(list)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2381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7500741" y="5002750"/>
            <a:ext cx="4033036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The number of items:’,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Returns the length of a sequence such as a 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Syntax</a:t>
            </a:r>
          </a:p>
          <a:p>
            <a:pPr lvl="1"/>
            <a:r>
              <a:rPr lang="en-US" sz="2400" dirty="0"/>
              <a:t>size = len(list)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370012" y="2663955"/>
            <a:ext cx="6934200" cy="224676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Prints how many elements in Lists</a:t>
            </a:r>
          </a:p>
          <a:p>
            <a:endParaRPr lang="en-US" sz="2800" dirty="0"/>
          </a:p>
          <a:p>
            <a:r>
              <a:rPr lang="en-US" sz="2800" dirty="0"/>
              <a:t>aList = ['physics', 'chemistry', 1997, 2000]</a:t>
            </a:r>
          </a:p>
          <a:p>
            <a:endParaRPr lang="en-US" sz="2800" dirty="0"/>
          </a:p>
          <a:p>
            <a:r>
              <a:rPr lang="en-US" sz="2800" dirty="0"/>
              <a:t>print (‘The number of items:’, len(aList))</a:t>
            </a:r>
          </a:p>
        </p:txBody>
      </p:sp>
    </p:spTree>
    <p:extLst>
      <p:ext uri="{BB962C8B-B14F-4D97-AF65-F5344CB8AC3E}">
        <p14:creationId xmlns:p14="http://schemas.microsoft.com/office/powerpoint/2010/main" val="1079740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61725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functions - max(list) and min(list)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2254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8228013" y="3926146"/>
            <a:ext cx="3810000" cy="95410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Max value element : 700</a:t>
            </a:r>
          </a:p>
          <a:p>
            <a:r>
              <a:rPr lang="en-US" sz="2800" dirty="0"/>
              <a:t>Min value element : 200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Functions that returns the item that has the highest or lowest value in a 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list is passed as an argument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6934200" cy="267765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Max and Min function</a:t>
            </a:r>
          </a:p>
          <a:p>
            <a:endParaRPr lang="en-US" sz="2800" dirty="0"/>
          </a:p>
          <a:p>
            <a:r>
              <a:rPr lang="en-US" sz="2800" dirty="0"/>
              <a:t>aList  = [456, 700, 200]</a:t>
            </a:r>
          </a:p>
          <a:p>
            <a:endParaRPr lang="en-US" sz="2800" dirty="0"/>
          </a:p>
          <a:p>
            <a:r>
              <a:rPr lang="en-US" sz="2800" dirty="0"/>
              <a:t>print ("Max value element : ", max(aList))</a:t>
            </a:r>
          </a:p>
          <a:p>
            <a:r>
              <a:rPr lang="en-US" sz="2800" dirty="0"/>
              <a:t>print ("Min value element : ", min(aList))</a:t>
            </a:r>
          </a:p>
        </p:txBody>
      </p:sp>
    </p:spTree>
    <p:extLst>
      <p:ext uri="{BB962C8B-B14F-4D97-AF65-F5344CB8AC3E}">
        <p14:creationId xmlns:p14="http://schemas.microsoft.com/office/powerpoint/2010/main" val="571855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095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46485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.append(elem)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962939" y="4166820"/>
            <a:ext cx="69342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Updated List :  [123, 'xyz', 'Zara', 'abc', 2009]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Adds elements to a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Element is added to the end of the existing 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69342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append</a:t>
            </a:r>
          </a:p>
          <a:p>
            <a:r>
              <a:rPr lang="en-US" sz="2800" dirty="0"/>
              <a:t>aList = [123, 'xyz', 'Zara', 'abc']</a:t>
            </a:r>
          </a:p>
          <a:p>
            <a:r>
              <a:rPr lang="en-US" sz="2800" dirty="0"/>
              <a:t>aList.append( 2009 )</a:t>
            </a:r>
          </a:p>
          <a:p>
            <a:r>
              <a:rPr lang="en-US" sz="2800" dirty="0"/>
              <a:t>print ("Updated List : ", aList)</a:t>
            </a:r>
          </a:p>
        </p:txBody>
      </p:sp>
    </p:spTree>
    <p:extLst>
      <p:ext uri="{BB962C8B-B14F-4D97-AF65-F5344CB8AC3E}">
        <p14:creationId xmlns:p14="http://schemas.microsoft.com/office/powerpoint/2010/main" val="3921906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44199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.index(elem)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48135" y="1046907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8457296" y="3110538"/>
            <a:ext cx="3417473" cy="95410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Index for xyz :  1</a:t>
            </a:r>
          </a:p>
          <a:p>
            <a:r>
              <a:rPr lang="en-US" sz="2800" dirty="0"/>
              <a:t>Index for Zara 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Determines where an element is located in a list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Returns the index of the first element in the list containing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item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69342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index</a:t>
            </a:r>
          </a:p>
          <a:p>
            <a:r>
              <a:rPr lang="en-US" sz="2800" dirty="0"/>
              <a:t>aList = [123, 'xyz', 'Zara', 'abc']</a:t>
            </a:r>
          </a:p>
          <a:p>
            <a:r>
              <a:rPr lang="en-US" sz="2800" dirty="0"/>
              <a:t>print ("Index for xyz : ", aList.index( 'xyz' ) )</a:t>
            </a:r>
          </a:p>
          <a:p>
            <a:r>
              <a:rPr lang="en-US" sz="2800" dirty="0"/>
              <a:t>print ("Index for Zara : ", aList.index( 'Zara' ) )</a:t>
            </a:r>
          </a:p>
        </p:txBody>
      </p:sp>
    </p:spTree>
    <p:extLst>
      <p:ext uri="{BB962C8B-B14F-4D97-AF65-F5344CB8AC3E}">
        <p14:creationId xmlns:p14="http://schemas.microsoft.com/office/powerpoint/2010/main" val="1752464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5486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.insert(index, elem)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22061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962939" y="4419600"/>
            <a:ext cx="69342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Final List :  [123, 'xyz', 'Zara', 2009, 'abc']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Insert element at the index position in the list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4800601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insert</a:t>
            </a:r>
          </a:p>
          <a:p>
            <a:r>
              <a:rPr lang="en-US" sz="2800" dirty="0"/>
              <a:t>aList = [123, 'xyz', 'Zara', 'abc']</a:t>
            </a:r>
          </a:p>
          <a:p>
            <a:r>
              <a:rPr lang="en-US" sz="2800" dirty="0"/>
              <a:t>aList.insert( 3, 2009)</a:t>
            </a:r>
          </a:p>
          <a:p>
            <a:r>
              <a:rPr lang="en-US" sz="2800" dirty="0"/>
              <a:t>print ("Final List : ", aList)</a:t>
            </a:r>
          </a:p>
        </p:txBody>
      </p:sp>
    </p:spTree>
    <p:extLst>
      <p:ext uri="{BB962C8B-B14F-4D97-AF65-F5344CB8AC3E}">
        <p14:creationId xmlns:p14="http://schemas.microsoft.com/office/powerpoint/2010/main" val="352386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44092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.sort()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821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962939" y="4419600"/>
            <a:ext cx="69342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Sorted List :  ['123', 'abc', 'xyz', 'xyz', 'Zara']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Sort the elements of the list in ascending order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59436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sort</a:t>
            </a:r>
          </a:p>
          <a:p>
            <a:r>
              <a:rPr lang="en-US" sz="2800" dirty="0"/>
              <a:t>aList = ['123', 'xyz', 'Zara', 'abc', 'xyz']</a:t>
            </a:r>
          </a:p>
          <a:p>
            <a:r>
              <a:rPr lang="en-US" sz="2800" dirty="0"/>
              <a:t>aList.sort()</a:t>
            </a:r>
          </a:p>
          <a:p>
            <a:r>
              <a:rPr lang="en-US" sz="2800" dirty="0"/>
              <a:t>print (“Sorted List : ", aList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5487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48771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.remove(elem)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0715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113212" y="4419600"/>
            <a:ext cx="7783927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After Removal, the List :  [123, 'Zara', 'abc', 'xyz']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Removes the first occurrence of element in the 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293812" y="2202597"/>
            <a:ext cx="59436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remove</a:t>
            </a:r>
          </a:p>
          <a:p>
            <a:r>
              <a:rPr lang="en-US" sz="2800" dirty="0"/>
              <a:t>aList = [123, 'xyz', 'Zara', 'abc', 'xyz'];</a:t>
            </a:r>
          </a:p>
          <a:p>
            <a:r>
              <a:rPr lang="en-US" sz="2800" dirty="0"/>
              <a:t>aList.remove('xyz')</a:t>
            </a:r>
          </a:p>
          <a:p>
            <a:r>
              <a:rPr lang="en-US" sz="2800" dirty="0"/>
              <a:t>print (“After Removal, the List : ", aList)</a:t>
            </a:r>
          </a:p>
        </p:txBody>
      </p:sp>
    </p:spTree>
    <p:extLst>
      <p:ext uri="{BB962C8B-B14F-4D97-AF65-F5344CB8AC3E}">
        <p14:creationId xmlns:p14="http://schemas.microsoft.com/office/powerpoint/2010/main" val="2213453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11433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03275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360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40389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.reverse()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113212" y="4419600"/>
            <a:ext cx="7783927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Reverse List :  ['xyz', 'abc', 'Zara', 'xyz', 123]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Reverses the order of the elements in the 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4" y="2148458"/>
            <a:ext cx="59436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reverse</a:t>
            </a:r>
          </a:p>
          <a:p>
            <a:r>
              <a:rPr lang="en-US" sz="2800" dirty="0"/>
              <a:t>aList = [123, 'xyz', 'Zara', 'abc', 'xyz']</a:t>
            </a:r>
          </a:p>
          <a:p>
            <a:r>
              <a:rPr lang="en-US" sz="2800" dirty="0"/>
              <a:t>aList.reverse()</a:t>
            </a:r>
          </a:p>
          <a:p>
            <a:r>
              <a:rPr lang="en-US" sz="2800" dirty="0"/>
              <a:t>print (“Reverse List : ", aList)</a:t>
            </a:r>
          </a:p>
        </p:txBody>
      </p:sp>
    </p:spTree>
    <p:extLst>
      <p:ext uri="{BB962C8B-B14F-4D97-AF65-F5344CB8AC3E}">
        <p14:creationId xmlns:p14="http://schemas.microsoft.com/office/powerpoint/2010/main" val="1314267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54105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.count(searchItem)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100803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8913812" y="3010233"/>
            <a:ext cx="28194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Count for 123 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Returns count of how many times searchItem occurs in list.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4" y="2148458"/>
            <a:ext cx="7163198" cy="138499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count</a:t>
            </a:r>
          </a:p>
          <a:p>
            <a:r>
              <a:rPr lang="en-US" sz="2800" dirty="0"/>
              <a:t>aList = [123, 'xyz', 'Zara', 'abc', 123]</a:t>
            </a:r>
          </a:p>
          <a:p>
            <a:r>
              <a:rPr lang="en-US" sz="2800" dirty="0"/>
              <a:t>print ("Count for 123 : ", aList.count(123))</a:t>
            </a:r>
          </a:p>
        </p:txBody>
      </p:sp>
    </p:spTree>
    <p:extLst>
      <p:ext uri="{BB962C8B-B14F-4D97-AF65-F5344CB8AC3E}">
        <p14:creationId xmlns:p14="http://schemas.microsoft.com/office/powerpoint/2010/main" val="1067118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29174"/>
            <a:ext cx="44199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.extend(seq)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7353" y="102506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3203850" y="4710420"/>
            <a:ext cx="8698327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Extended List :  [123, 'xyz', 'Zara', 'abc', 123, 2009, 'manni']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22014" y="1371600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Appends the contents of </a:t>
            </a:r>
            <a:r>
              <a:rPr lang="en-US" sz="2400" i="1" dirty="0"/>
              <a:t>seq</a:t>
            </a:r>
            <a:r>
              <a:rPr lang="en-US" sz="2400" dirty="0"/>
              <a:t> to list.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4" y="2148458"/>
            <a:ext cx="5943600" cy="224676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extend</a:t>
            </a:r>
          </a:p>
          <a:p>
            <a:r>
              <a:rPr lang="en-US" sz="2800" dirty="0"/>
              <a:t>aList = [123, 'xyz', 'Zara', 'abc', 123]</a:t>
            </a:r>
          </a:p>
          <a:p>
            <a:r>
              <a:rPr lang="en-US" sz="2800" dirty="0"/>
              <a:t>bList = [2009, 'manni']</a:t>
            </a:r>
          </a:p>
          <a:p>
            <a:r>
              <a:rPr lang="en-US" sz="2800" dirty="0"/>
              <a:t>aList.extend(bList)</a:t>
            </a:r>
          </a:p>
          <a:p>
            <a:r>
              <a:rPr lang="en-US" sz="2800" dirty="0"/>
              <a:t>print ("Extended List : ", aList )</a:t>
            </a:r>
          </a:p>
        </p:txBody>
      </p:sp>
    </p:spTree>
    <p:extLst>
      <p:ext uri="{BB962C8B-B14F-4D97-AF65-F5344CB8AC3E}">
        <p14:creationId xmlns:p14="http://schemas.microsoft.com/office/powerpoint/2010/main" val="1293853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4572399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methods - .pop(index)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50243" y="977802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159733" y="5074408"/>
            <a:ext cx="8001000" cy="181588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Actual List: [123, 'xyz', 'Zara', 'abc', 444]</a:t>
            </a:r>
          </a:p>
          <a:p>
            <a:r>
              <a:rPr lang="en-US" sz="2800" dirty="0"/>
              <a:t>List after 1st pop :  [123, 'xyz', 'Zara', 'abc']</a:t>
            </a:r>
          </a:p>
          <a:p>
            <a:r>
              <a:rPr lang="en-US" sz="2800" dirty="0"/>
              <a:t>Element which is popped :  Zara</a:t>
            </a:r>
          </a:p>
          <a:p>
            <a:r>
              <a:rPr lang="en-US" sz="2800" dirty="0"/>
              <a:t>List after next pop :  [123, 'xyz', 'abc']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50243" y="1116042"/>
            <a:ext cx="10375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Removes and returns last object or </a:t>
            </a:r>
            <a:r>
              <a:rPr lang="en-US" sz="2400" i="1" dirty="0"/>
              <a:t>obj</a:t>
            </a:r>
            <a:r>
              <a:rPr lang="en-US" sz="2400" dirty="0"/>
              <a:t> from the list.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Index - An optional parameter, index of the object to be removed from the list.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5" y="1933640"/>
            <a:ext cx="7544198" cy="310854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pop</a:t>
            </a:r>
          </a:p>
          <a:p>
            <a:r>
              <a:rPr lang="en-US" sz="2800" dirty="0"/>
              <a:t>aList = [123, 'xyz', 'Zara', 'abc’, 444]</a:t>
            </a:r>
          </a:p>
          <a:p>
            <a:r>
              <a:rPr lang="en-US" sz="2800" dirty="0"/>
              <a:t>print(“Actual List:’, aList)</a:t>
            </a:r>
          </a:p>
          <a:p>
            <a:r>
              <a:rPr lang="en-US" sz="2800" dirty="0"/>
              <a:t>aList.pop()</a:t>
            </a:r>
          </a:p>
          <a:p>
            <a:r>
              <a:rPr lang="en-US" sz="2800" dirty="0"/>
              <a:t>print ("List after 1st pop : ", aList)</a:t>
            </a:r>
          </a:p>
          <a:p>
            <a:r>
              <a:rPr lang="en-US" sz="2800" dirty="0"/>
              <a:t>print ("Element which is popped : ", aList.pop(2))</a:t>
            </a:r>
          </a:p>
          <a:p>
            <a:r>
              <a:rPr lang="en-US" sz="2800" dirty="0"/>
              <a:t>print ("List after next pop : ", aList)</a:t>
            </a:r>
          </a:p>
        </p:txBody>
      </p:sp>
    </p:spTree>
    <p:extLst>
      <p:ext uri="{BB962C8B-B14F-4D97-AF65-F5344CB8AC3E}">
        <p14:creationId xmlns:p14="http://schemas.microsoft.com/office/powerpoint/2010/main" val="1904741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9909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522014" y="993474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4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61725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</a:t>
            </a:r>
            <a:r>
              <a:rPr lang="en-US" sz="28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IndexError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827212" y="102506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186237" y="5829003"/>
            <a:ext cx="8001000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No such Index exists in the 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50243" y="1116042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Raises </a:t>
            </a:r>
            <a:r>
              <a:rPr lang="en-US" sz="2400" dirty="0" err="1"/>
              <a:t>IndexError</a:t>
            </a:r>
            <a:r>
              <a:rPr lang="en-US" sz="2400" dirty="0"/>
              <a:t> exception if an  invalid index is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5" y="1933640"/>
            <a:ext cx="7544198" cy="353943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Try and Catch for Index error</a:t>
            </a:r>
          </a:p>
          <a:p>
            <a:endParaRPr lang="en-US" sz="2800" dirty="0"/>
          </a:p>
          <a:p>
            <a:r>
              <a:rPr lang="en-US" sz="2800" dirty="0"/>
              <a:t>list1 = ['Ally', 'Baba']</a:t>
            </a:r>
          </a:p>
          <a:p>
            <a:endParaRPr lang="en-US" sz="2800" dirty="0"/>
          </a:p>
          <a:p>
            <a:r>
              <a:rPr lang="en-US" sz="2800" dirty="0"/>
              <a:t>try:</a:t>
            </a:r>
          </a:p>
          <a:p>
            <a:r>
              <a:rPr lang="en-US" sz="2800" dirty="0"/>
              <a:t>   print(list1[3])</a:t>
            </a:r>
          </a:p>
          <a:p>
            <a:r>
              <a:rPr lang="en-US" sz="2800" dirty="0"/>
              <a:t>Except </a:t>
            </a:r>
            <a:r>
              <a:rPr lang="en-US" sz="2800" dirty="0" err="1"/>
              <a:t>IndexError</a:t>
            </a:r>
            <a:r>
              <a:rPr lang="en-US" sz="2800" dirty="0"/>
              <a:t>:</a:t>
            </a:r>
          </a:p>
          <a:p>
            <a:r>
              <a:rPr lang="en-US" sz="2800" dirty="0"/>
              <a:t>   print('No such Index exists in the List')</a:t>
            </a:r>
          </a:p>
        </p:txBody>
      </p:sp>
    </p:spTree>
    <p:extLst>
      <p:ext uri="{BB962C8B-B14F-4D97-AF65-F5344CB8AC3E}">
        <p14:creationId xmlns:p14="http://schemas.microsoft.com/office/powerpoint/2010/main" val="8833574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61725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 </a:t>
            </a:r>
            <a:r>
              <a:rPr lang="en-US" sz="28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ValueError</a:t>
            </a:r>
            <a:endParaRPr lang="en-US" sz="2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827212" y="102506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D7D51F0-D187-4EFA-8391-79BC3539CBD5}"/>
              </a:ext>
            </a:extLst>
          </p:cNvPr>
          <p:cNvSpPr/>
          <p:nvPr/>
        </p:nvSpPr>
        <p:spPr>
          <a:xfrm>
            <a:off x="4186237" y="5829003"/>
            <a:ext cx="6861175" cy="5232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No such Element exists in the 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B1BB7-373B-4A66-A018-3D8581953859}"/>
              </a:ext>
            </a:extLst>
          </p:cNvPr>
          <p:cNvSpPr/>
          <p:nvPr/>
        </p:nvSpPr>
        <p:spPr>
          <a:xfrm>
            <a:off x="1550243" y="1116042"/>
            <a:ext cx="1037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Raises </a:t>
            </a:r>
            <a:r>
              <a:rPr lang="en-US" sz="2400" dirty="0" err="1"/>
              <a:t>ValueError</a:t>
            </a:r>
            <a:r>
              <a:rPr lang="en-US" sz="2400" dirty="0"/>
              <a:t> exception if element not in the 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421BD-A488-4678-9AF5-7B41609CAC09}"/>
              </a:ext>
            </a:extLst>
          </p:cNvPr>
          <p:cNvSpPr/>
          <p:nvPr/>
        </p:nvSpPr>
        <p:spPr>
          <a:xfrm>
            <a:off x="1522015" y="1933640"/>
            <a:ext cx="7544198" cy="353943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# Try and Catch for Value error</a:t>
            </a:r>
          </a:p>
          <a:p>
            <a:r>
              <a:rPr lang="en-US" sz="2800" dirty="0"/>
              <a:t>aList = [123, 'xyz', '</a:t>
            </a:r>
            <a:r>
              <a:rPr lang="en-US" sz="2800" dirty="0" err="1"/>
              <a:t>zara</a:t>
            </a:r>
            <a:r>
              <a:rPr lang="en-US" sz="2800" dirty="0"/>
              <a:t>', 'abc'];</a:t>
            </a:r>
          </a:p>
          <a:p>
            <a:endParaRPr lang="en-US" sz="2800" dirty="0"/>
          </a:p>
          <a:p>
            <a:r>
              <a:rPr lang="en-US" sz="2800" dirty="0"/>
              <a:t>try:</a:t>
            </a:r>
          </a:p>
          <a:p>
            <a:r>
              <a:rPr lang="en-US" sz="2800" dirty="0"/>
              <a:t>   print ("Index for xyz : ", aList.index( '</a:t>
            </a:r>
            <a:r>
              <a:rPr lang="en-US" sz="2800" dirty="0" err="1"/>
              <a:t>m&amp;m</a:t>
            </a:r>
            <a:r>
              <a:rPr lang="en-US" sz="2800" dirty="0"/>
              <a:t>' ) )</a:t>
            </a:r>
          </a:p>
          <a:p>
            <a:r>
              <a:rPr lang="en-US" sz="2800" dirty="0"/>
              <a:t>   </a:t>
            </a:r>
          </a:p>
          <a:p>
            <a:r>
              <a:rPr lang="en-US" sz="2800" dirty="0"/>
              <a:t>except </a:t>
            </a:r>
            <a:r>
              <a:rPr lang="en-US" sz="2800" dirty="0" err="1"/>
              <a:t>ValueError</a:t>
            </a:r>
            <a:r>
              <a:rPr lang="en-US" sz="2800" dirty="0"/>
              <a:t>:</a:t>
            </a:r>
          </a:p>
          <a:p>
            <a:r>
              <a:rPr lang="en-US" sz="2800" dirty="0"/>
              <a:t>   print('No such Element exists in the List')</a:t>
            </a:r>
          </a:p>
        </p:txBody>
      </p:sp>
    </p:spTree>
    <p:extLst>
      <p:ext uri="{BB962C8B-B14F-4D97-AF65-F5344CB8AC3E}">
        <p14:creationId xmlns:p14="http://schemas.microsoft.com/office/powerpoint/2010/main" val="1914893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9DA6BC-7A36-4606-A1BE-683093D8988B}"/>
              </a:ext>
            </a:extLst>
          </p:cNvPr>
          <p:cNvSpPr/>
          <p:nvPr/>
        </p:nvSpPr>
        <p:spPr>
          <a:xfrm>
            <a:off x="1522014" y="470254"/>
            <a:ext cx="3581798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599AEF-4E27-4CAA-9A84-E3B5315D0071}"/>
              </a:ext>
            </a:extLst>
          </p:cNvPr>
          <p:cNvCxnSpPr>
            <a:cxnSpLocks/>
          </p:cNvCxnSpPr>
          <p:nvPr/>
        </p:nvCxnSpPr>
        <p:spPr>
          <a:xfrm>
            <a:off x="1827212" y="1025063"/>
            <a:ext cx="10006424" cy="3134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2" name="Picture 2" descr="http://www.consider-ed.org.uk/wp-content/uploads/2013/11/Theory-Practice.jpg">
            <a:extLst>
              <a:ext uri="{FF2B5EF4-FFF2-40B4-BE49-F238E27FC236}">
                <a16:creationId xmlns:a16="http://schemas.microsoft.com/office/drawing/2014/main" id="{AEA12607-8DA7-49DE-969D-06B36E5A5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24" y="1371600"/>
            <a:ext cx="71628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798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814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Methods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38181986"/>
              </p:ext>
            </p:extLst>
          </p:nvPr>
        </p:nvGraphicFramePr>
        <p:xfrm>
          <a:off x="1289807" y="838200"/>
          <a:ext cx="4648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7389812" y="1196939"/>
            <a:ext cx="4724400" cy="156966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append</a:t>
            </a:r>
          </a:p>
          <a:p>
            <a:r>
              <a:rPr lang="en-US" sz="2400" dirty="0" err="1"/>
              <a:t>aList</a:t>
            </a:r>
            <a:r>
              <a:rPr lang="en-US" sz="2400" dirty="0"/>
              <a:t> = [123, 'xyz', '</a:t>
            </a:r>
            <a:r>
              <a:rPr lang="en-US" sz="2400" dirty="0" err="1"/>
              <a:t>zara</a:t>
            </a:r>
            <a:r>
              <a:rPr lang="en-US" sz="2400" dirty="0"/>
              <a:t>', '</a:t>
            </a:r>
            <a:r>
              <a:rPr lang="en-US" sz="2400" dirty="0" err="1"/>
              <a:t>abc</a:t>
            </a:r>
            <a:r>
              <a:rPr lang="en-US" sz="2400" dirty="0"/>
              <a:t>']</a:t>
            </a:r>
          </a:p>
          <a:p>
            <a:r>
              <a:rPr lang="en-US" sz="2400" dirty="0" err="1"/>
              <a:t>aList.append</a:t>
            </a:r>
            <a:r>
              <a:rPr lang="en-US" sz="2400" dirty="0"/>
              <a:t>( 2009 )</a:t>
            </a:r>
          </a:p>
          <a:p>
            <a:r>
              <a:rPr lang="en-US" sz="2400" dirty="0"/>
              <a:t>print ("Updated List : ", </a:t>
            </a:r>
            <a:r>
              <a:rPr lang="en-US" sz="2400" dirty="0" err="1"/>
              <a:t>aList</a:t>
            </a:r>
            <a:r>
              <a:rPr lang="en-US" sz="24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0180" y="3962400"/>
            <a:ext cx="5938007" cy="156966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index</a:t>
            </a:r>
          </a:p>
          <a:p>
            <a:r>
              <a:rPr lang="en-US" sz="2400" dirty="0" err="1"/>
              <a:t>aList</a:t>
            </a:r>
            <a:r>
              <a:rPr lang="en-US" sz="2400" dirty="0"/>
              <a:t> = [123, 'xyz', '</a:t>
            </a:r>
            <a:r>
              <a:rPr lang="en-US" sz="2400" dirty="0" err="1"/>
              <a:t>zara</a:t>
            </a:r>
            <a:r>
              <a:rPr lang="en-US" sz="2400" dirty="0"/>
              <a:t>', '</a:t>
            </a:r>
            <a:r>
              <a:rPr lang="en-US" sz="2400" dirty="0" err="1"/>
              <a:t>abc</a:t>
            </a:r>
            <a:r>
              <a:rPr lang="en-US" sz="2400" dirty="0"/>
              <a:t>']</a:t>
            </a:r>
          </a:p>
          <a:p>
            <a:r>
              <a:rPr lang="en-US" sz="2400" dirty="0"/>
              <a:t>print ("Index for xyz : ", </a:t>
            </a:r>
            <a:r>
              <a:rPr lang="en-US" sz="2400" dirty="0" err="1"/>
              <a:t>aList.index</a:t>
            </a:r>
            <a:r>
              <a:rPr lang="en-US" sz="2400" dirty="0"/>
              <a:t>( 'xyz' ) )</a:t>
            </a:r>
          </a:p>
          <a:p>
            <a:r>
              <a:rPr lang="en-US" sz="2400" dirty="0"/>
              <a:t>print ("Index for zara : ", </a:t>
            </a:r>
            <a:r>
              <a:rPr lang="en-US" sz="2400" dirty="0" err="1"/>
              <a:t>aList.index</a:t>
            </a:r>
            <a:r>
              <a:rPr lang="en-US" sz="2400" dirty="0"/>
              <a:t>( 'zara' ) )</a:t>
            </a:r>
          </a:p>
        </p:txBody>
      </p:sp>
    </p:spTree>
    <p:extLst>
      <p:ext uri="{BB962C8B-B14F-4D97-AF65-F5344CB8AC3E}">
        <p14:creationId xmlns:p14="http://schemas.microsoft.com/office/powerpoint/2010/main" val="273276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Methods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88607"/>
              </p:ext>
            </p:extLst>
          </p:nvPr>
        </p:nvGraphicFramePr>
        <p:xfrm>
          <a:off x="1903412" y="9906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7694612" y="839750"/>
            <a:ext cx="4189411" cy="132343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insert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']</a:t>
            </a:r>
          </a:p>
          <a:p>
            <a:r>
              <a:rPr lang="en-US" sz="2000" dirty="0" err="1"/>
              <a:t>aList.insert</a:t>
            </a:r>
            <a:r>
              <a:rPr lang="en-US" sz="2000" dirty="0"/>
              <a:t>( 3, 2009)</a:t>
            </a:r>
          </a:p>
          <a:p>
            <a:r>
              <a:rPr lang="en-US" sz="2000" dirty="0"/>
              <a:t>print ("Final List : ", 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94611" y="2338350"/>
            <a:ext cx="4189412" cy="132343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sort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['123',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'xyz']</a:t>
            </a:r>
          </a:p>
          <a:p>
            <a:r>
              <a:rPr lang="en-US" sz="2000" dirty="0" err="1"/>
              <a:t>aList.sort</a:t>
            </a:r>
            <a:r>
              <a:rPr lang="en-US" sz="2000" dirty="0"/>
              <a:t>()</a:t>
            </a:r>
          </a:p>
          <a:p>
            <a:r>
              <a:rPr lang="en-US" sz="2000" dirty="0"/>
              <a:t>print (“Sorted List : ", </a:t>
            </a:r>
            <a:r>
              <a:rPr lang="en-US" sz="2000" dirty="0" err="1"/>
              <a:t>aList</a:t>
            </a:r>
            <a:r>
              <a:rPr lang="en-US" sz="1600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3334" y="3617720"/>
            <a:ext cx="4189412" cy="132343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remove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'xyz'];</a:t>
            </a:r>
          </a:p>
          <a:p>
            <a:r>
              <a:rPr lang="en-US" sz="2000" dirty="0" err="1"/>
              <a:t>aList.remove</a:t>
            </a:r>
            <a:r>
              <a:rPr lang="en-US" sz="2000" dirty="0"/>
              <a:t>('xyz')</a:t>
            </a:r>
          </a:p>
          <a:p>
            <a:r>
              <a:rPr lang="en-US" sz="2000" dirty="0"/>
              <a:t>print (“Removed List : ", 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99950" y="5025011"/>
            <a:ext cx="4184073" cy="132343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reverse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'xyz']</a:t>
            </a:r>
          </a:p>
          <a:p>
            <a:r>
              <a:rPr lang="en-US" sz="2000" dirty="0" err="1"/>
              <a:t>aList.reverse</a:t>
            </a:r>
            <a:r>
              <a:rPr lang="en-US" sz="2000" dirty="0"/>
              <a:t>()</a:t>
            </a:r>
          </a:p>
          <a:p>
            <a:r>
              <a:rPr lang="en-US" sz="2000" dirty="0"/>
              <a:t>print (“Reverse List : ", 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297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Methods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76391968"/>
              </p:ext>
            </p:extLst>
          </p:nvPr>
        </p:nvGraphicFramePr>
        <p:xfrm>
          <a:off x="1141412" y="79375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366220" y="1010652"/>
            <a:ext cx="5791200" cy="101566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count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123]</a:t>
            </a:r>
          </a:p>
          <a:p>
            <a:r>
              <a:rPr lang="en-US" sz="2000" dirty="0"/>
              <a:t>print ("Count for 123 : ", </a:t>
            </a:r>
            <a:r>
              <a:rPr lang="en-US" sz="2000" dirty="0" err="1"/>
              <a:t>aList.count</a:t>
            </a:r>
            <a:r>
              <a:rPr lang="en-US" sz="2000" dirty="0"/>
              <a:t>(123))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9476" y="2354346"/>
            <a:ext cx="5777944" cy="1631216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extend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123]</a:t>
            </a:r>
          </a:p>
          <a:p>
            <a:r>
              <a:rPr lang="en-US" sz="2000" dirty="0" err="1"/>
              <a:t>bList</a:t>
            </a:r>
            <a:r>
              <a:rPr lang="en-US" sz="2000" dirty="0"/>
              <a:t> = [2009, '</a:t>
            </a:r>
            <a:r>
              <a:rPr lang="en-US" sz="2000" dirty="0" err="1"/>
              <a:t>manni</a:t>
            </a:r>
            <a:r>
              <a:rPr lang="en-US" sz="2000" dirty="0"/>
              <a:t>']</a:t>
            </a:r>
          </a:p>
          <a:p>
            <a:r>
              <a:rPr lang="en-US" sz="2000" dirty="0" err="1"/>
              <a:t>aList.extend</a:t>
            </a:r>
            <a:r>
              <a:rPr lang="en-US" sz="2000" dirty="0"/>
              <a:t>(</a:t>
            </a:r>
            <a:r>
              <a:rPr lang="en-US" sz="2000" dirty="0" err="1"/>
              <a:t>bList</a:t>
            </a:r>
            <a:r>
              <a:rPr lang="en-US" sz="2000" dirty="0"/>
              <a:t>)</a:t>
            </a:r>
          </a:p>
          <a:p>
            <a:r>
              <a:rPr lang="en-US" sz="2000" dirty="0"/>
              <a:t>print ("Extended List : ", </a:t>
            </a:r>
            <a:r>
              <a:rPr lang="en-US" sz="2000" dirty="0" err="1"/>
              <a:t>aList</a:t>
            </a:r>
            <a:r>
              <a:rPr lang="en-US" sz="2000" dirty="0"/>
              <a:t> 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9476" y="3911729"/>
            <a:ext cx="5777944" cy="224676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pop</a:t>
            </a:r>
          </a:p>
          <a:p>
            <a:r>
              <a:rPr lang="en-US" sz="2000" dirty="0" err="1"/>
              <a:t>aList</a:t>
            </a:r>
            <a:r>
              <a:rPr lang="en-US" sz="2000" dirty="0"/>
              <a:t> = [123, 'xyz', '</a:t>
            </a:r>
            <a:r>
              <a:rPr lang="en-US" sz="2000" dirty="0" err="1"/>
              <a:t>zara</a:t>
            </a:r>
            <a:r>
              <a:rPr lang="en-US" sz="2000" dirty="0"/>
              <a:t>', '</a:t>
            </a:r>
            <a:r>
              <a:rPr lang="en-US" sz="2000" dirty="0" err="1"/>
              <a:t>abc</a:t>
            </a:r>
            <a:r>
              <a:rPr lang="en-US" sz="2000" dirty="0"/>
              <a:t>', 123]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aList.pop</a:t>
            </a:r>
            <a:r>
              <a:rPr lang="en-US" sz="2000" dirty="0"/>
              <a:t>()</a:t>
            </a:r>
          </a:p>
          <a:p>
            <a:r>
              <a:rPr lang="en-US" sz="2000" dirty="0"/>
              <a:t>print ("List after the 1st pop : ", 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  <a:p>
            <a:r>
              <a:rPr lang="en-US" sz="2000" dirty="0"/>
              <a:t>print ("Element which is popped : ", </a:t>
            </a:r>
            <a:r>
              <a:rPr lang="en-US" sz="2000" dirty="0" err="1"/>
              <a:t>aList.pop</a:t>
            </a:r>
            <a:r>
              <a:rPr lang="en-US" sz="2000" dirty="0"/>
              <a:t>(2))</a:t>
            </a:r>
          </a:p>
          <a:p>
            <a:r>
              <a:rPr lang="en-US" sz="2000" dirty="0"/>
              <a:t>print ("List after the next pop : ", </a:t>
            </a:r>
            <a:r>
              <a:rPr lang="en-US" sz="2000" dirty="0" err="1"/>
              <a:t>aList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074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Copying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05354101"/>
              </p:ext>
            </p:extLst>
          </p:nvPr>
        </p:nvGraphicFramePr>
        <p:xfrm>
          <a:off x="1674812" y="7874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7085012" y="2209800"/>
            <a:ext cx="4722812" cy="227754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copy</a:t>
            </a:r>
          </a:p>
          <a:p>
            <a:endParaRPr lang="en-US" sz="2000" dirty="0"/>
          </a:p>
          <a:p>
            <a:r>
              <a:rPr lang="en-US" sz="2000" dirty="0" err="1"/>
              <a:t>aList</a:t>
            </a:r>
            <a:r>
              <a:rPr lang="en-US" sz="2000" dirty="0"/>
              <a:t> = [1, 2, 3]</a:t>
            </a:r>
          </a:p>
          <a:p>
            <a:r>
              <a:rPr lang="en-US" sz="2000" dirty="0" err="1"/>
              <a:t>bList</a:t>
            </a:r>
            <a:r>
              <a:rPr lang="en-US" sz="2000" dirty="0"/>
              <a:t> = </a:t>
            </a:r>
            <a:r>
              <a:rPr lang="en-US" sz="2000" dirty="0" err="1"/>
              <a:t>aList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print('The new List is : ', </a:t>
            </a:r>
            <a:r>
              <a:rPr lang="en-US" sz="2000" dirty="0" err="1"/>
              <a:t>bList</a:t>
            </a:r>
            <a:r>
              <a:rPr lang="en-US" sz="20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1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Processing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70159913"/>
              </p:ext>
            </p:extLst>
          </p:nvPr>
        </p:nvGraphicFramePr>
        <p:xfrm>
          <a:off x="1293812" y="763585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451945" y="1135369"/>
            <a:ext cx="5713412" cy="489364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processing list</a:t>
            </a:r>
          </a:p>
          <a:p>
            <a:endParaRPr lang="en-US" sz="2400" dirty="0"/>
          </a:p>
          <a:p>
            <a:r>
              <a:rPr lang="en-US" sz="2400" dirty="0" err="1"/>
              <a:t>def</a:t>
            </a:r>
            <a:r>
              <a:rPr lang="en-US" sz="2400" dirty="0"/>
              <a:t> main():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numberList</a:t>
            </a:r>
            <a:r>
              <a:rPr lang="en-US" sz="2400" dirty="0"/>
              <a:t> = [1,2,4,56,67,89,90]</a:t>
            </a:r>
          </a:p>
          <a:p>
            <a:r>
              <a:rPr lang="en-US" sz="2400" dirty="0"/>
              <a:t>    sum = 0</a:t>
            </a:r>
          </a:p>
          <a:p>
            <a:r>
              <a:rPr lang="en-US" sz="2400" dirty="0"/>
              <a:t>    </a:t>
            </a:r>
          </a:p>
          <a:p>
            <a:r>
              <a:rPr lang="en-US" sz="2400" dirty="0"/>
              <a:t>    for </a:t>
            </a:r>
            <a:r>
              <a:rPr lang="en-US" sz="2400" dirty="0" err="1"/>
              <a:t>ctr</a:t>
            </a:r>
            <a:r>
              <a:rPr lang="en-US" sz="2400" dirty="0"/>
              <a:t> in </a:t>
            </a:r>
            <a:r>
              <a:rPr lang="en-US" sz="2400" dirty="0" err="1"/>
              <a:t>numberList</a:t>
            </a:r>
            <a:r>
              <a:rPr lang="en-US" sz="2400" dirty="0"/>
              <a:t>:</a:t>
            </a:r>
          </a:p>
          <a:p>
            <a:r>
              <a:rPr lang="en-US" sz="2400" dirty="0"/>
              <a:t>        sum = sum + </a:t>
            </a:r>
            <a:r>
              <a:rPr lang="en-US" sz="2400" dirty="0" err="1"/>
              <a:t>ctr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   average = sum / len(</a:t>
            </a:r>
            <a:r>
              <a:rPr lang="en-US" sz="2400" dirty="0" err="1"/>
              <a:t>numberList</a:t>
            </a:r>
            <a:r>
              <a:rPr lang="en-US" sz="2400" dirty="0"/>
              <a:t>)</a:t>
            </a:r>
          </a:p>
          <a:p>
            <a:r>
              <a:rPr lang="en-US" sz="2400" dirty="0"/>
              <a:t>    print('The average is :’, average)</a:t>
            </a:r>
          </a:p>
          <a:p>
            <a:endParaRPr lang="en-US" sz="2400" dirty="0"/>
          </a:p>
          <a:p>
            <a:r>
              <a:rPr lang="en-US" sz="2400" dirty="0"/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265297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Processing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14571414"/>
              </p:ext>
            </p:extLst>
          </p:nvPr>
        </p:nvGraphicFramePr>
        <p:xfrm>
          <a:off x="950118" y="7874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169025" y="931790"/>
            <a:ext cx="5904706" cy="230832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 function</a:t>
            </a:r>
          </a:p>
          <a:p>
            <a:r>
              <a:rPr lang="en-US" dirty="0" err="1"/>
              <a:t>def</a:t>
            </a:r>
            <a:r>
              <a:rPr lang="en-US" dirty="0"/>
              <a:t> main(</a:t>
            </a:r>
            <a:r>
              <a:rPr lang="en-US" dirty="0" err="1"/>
              <a:t>lst</a:t>
            </a:r>
            <a:r>
              <a:rPr lang="en-US" dirty="0"/>
              <a:t>):</a:t>
            </a:r>
          </a:p>
          <a:p>
            <a:r>
              <a:rPr lang="en-US" dirty="0"/>
              <a:t>    print ('The list in the array is : ', </a:t>
            </a:r>
            <a:r>
              <a:rPr lang="en-US" dirty="0" err="1"/>
              <a:t>lst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lst.append</a:t>
            </a:r>
            <a:r>
              <a:rPr lang="en-US" dirty="0"/>
              <a:t>(4)</a:t>
            </a:r>
          </a:p>
          <a:p>
            <a:endParaRPr lang="en-US" dirty="0"/>
          </a:p>
          <a:p>
            <a:r>
              <a:rPr lang="en-US" dirty="0" err="1"/>
              <a:t>aList</a:t>
            </a:r>
            <a:r>
              <a:rPr lang="en-US" dirty="0"/>
              <a:t> = [1, 2, 3]</a:t>
            </a:r>
          </a:p>
          <a:p>
            <a:r>
              <a:rPr lang="en-US" dirty="0"/>
              <a:t>main(</a:t>
            </a:r>
            <a:r>
              <a:rPr lang="en-US" dirty="0" err="1"/>
              <a:t>aList</a:t>
            </a:r>
            <a:r>
              <a:rPr lang="en-US" dirty="0"/>
              <a:t>)</a:t>
            </a:r>
          </a:p>
          <a:p>
            <a:r>
              <a:rPr lang="en-US" dirty="0"/>
              <a:t>print('The List after passed through an array is : ', </a:t>
            </a:r>
            <a:r>
              <a:rPr lang="en-US" dirty="0" err="1"/>
              <a:t>aList</a:t>
            </a:r>
            <a:r>
              <a:rPr lang="en-US" sz="16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0906" y="3465399"/>
            <a:ext cx="6092825" cy="258532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# function</a:t>
            </a:r>
          </a:p>
          <a:p>
            <a:r>
              <a:rPr lang="en-US" dirty="0" err="1"/>
              <a:t>def</a:t>
            </a:r>
            <a:r>
              <a:rPr lang="en-US" dirty="0"/>
              <a:t> main(</a:t>
            </a:r>
            <a:r>
              <a:rPr lang="en-US" dirty="0" err="1"/>
              <a:t>lst</a:t>
            </a:r>
            <a:r>
              <a:rPr lang="en-US" dirty="0"/>
              <a:t>):</a:t>
            </a:r>
          </a:p>
          <a:p>
            <a:r>
              <a:rPr lang="en-US" dirty="0"/>
              <a:t>    print ('The list in the array is : ', </a:t>
            </a:r>
            <a:r>
              <a:rPr lang="en-US" dirty="0" err="1"/>
              <a:t>lst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lst.append</a:t>
            </a:r>
            <a:r>
              <a:rPr lang="en-US" dirty="0"/>
              <a:t>(4)</a:t>
            </a:r>
          </a:p>
          <a:p>
            <a:r>
              <a:rPr lang="en-US" dirty="0"/>
              <a:t>    return </a:t>
            </a:r>
            <a:r>
              <a:rPr lang="en-US" dirty="0" err="1"/>
              <a:t>lst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aList</a:t>
            </a:r>
            <a:r>
              <a:rPr lang="en-US" dirty="0"/>
              <a:t> = [1, 2, 3]</a:t>
            </a:r>
          </a:p>
          <a:p>
            <a:r>
              <a:rPr lang="en-US" dirty="0" err="1"/>
              <a:t>bList</a:t>
            </a:r>
            <a:r>
              <a:rPr lang="en-US" dirty="0"/>
              <a:t> = main(</a:t>
            </a:r>
            <a:r>
              <a:rPr lang="en-US" dirty="0" err="1"/>
              <a:t>aList</a:t>
            </a:r>
            <a:r>
              <a:rPr lang="en-US" dirty="0"/>
              <a:t>)</a:t>
            </a:r>
          </a:p>
          <a:p>
            <a:r>
              <a:rPr lang="en-US" dirty="0"/>
              <a:t>print('The List after passed returned from an array is : ', </a:t>
            </a:r>
            <a:r>
              <a:rPr lang="en-US" dirty="0" err="1"/>
              <a:t>bList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49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List  </a:t>
            </a:r>
            <a:r>
              <a:rPr lang="en-US" altLang="en-US" dirty="0">
                <a:solidFill>
                  <a:srgbClr val="FF0000"/>
                </a:solidFill>
              </a:rPr>
              <a:t>- Two-Dimensional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303212" y="7874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484813" y="1689367"/>
            <a:ext cx="6574466" cy="353943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 err="1"/>
              <a:t>aMatrix</a:t>
            </a:r>
            <a:r>
              <a:rPr lang="en-US" sz="2800" dirty="0"/>
              <a:t> = [[1, 2, 3, 4], [5, 6, "ally"], [7, 8, 9]]</a:t>
            </a:r>
          </a:p>
          <a:p>
            <a:endParaRPr lang="en-US" sz="2800" dirty="0"/>
          </a:p>
          <a:p>
            <a:r>
              <a:rPr lang="en-US" sz="2800" dirty="0"/>
              <a:t>for outer in range(len(</a:t>
            </a:r>
            <a:r>
              <a:rPr lang="en-US" sz="2800" dirty="0" err="1"/>
              <a:t>aMatrix</a:t>
            </a:r>
            <a:r>
              <a:rPr lang="en-US" sz="2800" dirty="0"/>
              <a:t>)):</a:t>
            </a:r>
          </a:p>
          <a:p>
            <a:endParaRPr lang="en-US" sz="2800" dirty="0"/>
          </a:p>
          <a:p>
            <a:r>
              <a:rPr lang="en-US" sz="2800" dirty="0"/>
              <a:t>    for inner in range(len(</a:t>
            </a:r>
            <a:r>
              <a:rPr lang="en-US" sz="2800" dirty="0" err="1"/>
              <a:t>aMatrix</a:t>
            </a:r>
            <a:r>
              <a:rPr lang="en-US" sz="2800" dirty="0"/>
              <a:t>[outer])):</a:t>
            </a:r>
          </a:p>
          <a:p>
            <a:r>
              <a:rPr lang="en-US" sz="2800" dirty="0"/>
              <a:t>        print(</a:t>
            </a:r>
            <a:r>
              <a:rPr lang="en-US" sz="2800" dirty="0" err="1"/>
              <a:t>aMatrix</a:t>
            </a:r>
            <a:r>
              <a:rPr lang="en-US" sz="2800" dirty="0"/>
              <a:t>[outer][inner], end=' ')</a:t>
            </a:r>
          </a:p>
          <a:p>
            <a:endParaRPr lang="en-US" sz="2800" dirty="0"/>
          </a:p>
          <a:p>
            <a:r>
              <a:rPr lang="en-US" sz="2800" dirty="0"/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216550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5626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865812" y="1981200"/>
            <a:ext cx="6291608" cy="193899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/>
              <a:t>tupOne</a:t>
            </a:r>
            <a:r>
              <a:rPr lang="en-US" sz="2400" dirty="0"/>
              <a:t> = ('physics', 'chemistry', 1997, 2000)</a:t>
            </a:r>
          </a:p>
          <a:p>
            <a:r>
              <a:rPr lang="en-US" sz="2400" dirty="0" err="1"/>
              <a:t>tupTwo</a:t>
            </a:r>
            <a:r>
              <a:rPr lang="en-US" sz="2400" dirty="0"/>
              <a:t> = (1, 2, 3, 4, 5 )</a:t>
            </a:r>
          </a:p>
          <a:p>
            <a:endParaRPr lang="en-US" sz="2400" dirty="0"/>
          </a:p>
          <a:p>
            <a:r>
              <a:rPr lang="en-US" sz="2400" dirty="0" err="1"/>
              <a:t>tupOne</a:t>
            </a:r>
            <a:r>
              <a:rPr lang="en-US" sz="2400" dirty="0"/>
              <a:t> = ()  # empty tuple</a:t>
            </a:r>
          </a:p>
          <a:p>
            <a:r>
              <a:rPr lang="en-US" sz="2400" dirty="0" err="1"/>
              <a:t>tupOne</a:t>
            </a:r>
            <a:r>
              <a:rPr lang="en-US" sz="2400" dirty="0"/>
              <a:t> = (50,) # with a single value add a comma</a:t>
            </a:r>
          </a:p>
        </p:txBody>
      </p:sp>
    </p:spTree>
    <p:extLst>
      <p:ext uri="{BB962C8B-B14F-4D97-AF65-F5344CB8AC3E}">
        <p14:creationId xmlns:p14="http://schemas.microsoft.com/office/powerpoint/2010/main" val="198838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</a:t>
            </a:r>
            <a:r>
              <a:rPr lang="en-US" dirty="0">
                <a:solidFill>
                  <a:srgbClr val="FF0000"/>
                </a:solidFill>
              </a:rPr>
              <a:t>Accessing Values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61371760"/>
              </p:ext>
            </p:extLst>
          </p:nvPr>
        </p:nvGraphicFramePr>
        <p:xfrm>
          <a:off x="1370012" y="763586"/>
          <a:ext cx="49530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922168" y="3582193"/>
            <a:ext cx="6092825" cy="230832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/>
              <a:t># access tuple</a:t>
            </a:r>
          </a:p>
          <a:p>
            <a:endParaRPr lang="en-US" sz="2400" dirty="0"/>
          </a:p>
          <a:p>
            <a:r>
              <a:rPr lang="en-US" sz="2400" dirty="0" err="1"/>
              <a:t>tupOne</a:t>
            </a:r>
            <a:r>
              <a:rPr lang="en-US" sz="2400" dirty="0"/>
              <a:t> = ('physics', 'chemistry', 1997, 2000)</a:t>
            </a:r>
          </a:p>
          <a:p>
            <a:endParaRPr lang="en-US" sz="2400" dirty="0"/>
          </a:p>
          <a:p>
            <a:r>
              <a:rPr lang="en-US" sz="2400" dirty="0"/>
              <a:t>print ("</a:t>
            </a:r>
            <a:r>
              <a:rPr lang="en-US" sz="2400" dirty="0" err="1"/>
              <a:t>tupOne</a:t>
            </a:r>
            <a:r>
              <a:rPr lang="en-US" sz="2400" dirty="0"/>
              <a:t>[0]: ", </a:t>
            </a:r>
            <a:r>
              <a:rPr lang="en-US" sz="2400" dirty="0" err="1"/>
              <a:t>tupOne</a:t>
            </a:r>
            <a:r>
              <a:rPr lang="en-US" sz="2400" dirty="0"/>
              <a:t>[0])</a:t>
            </a:r>
          </a:p>
          <a:p>
            <a:r>
              <a:rPr lang="en-US" sz="2400" dirty="0"/>
              <a:t>print ("</a:t>
            </a:r>
            <a:r>
              <a:rPr lang="en-US" sz="2400" dirty="0" err="1"/>
              <a:t>tupOne</a:t>
            </a:r>
            <a:r>
              <a:rPr lang="en-US" sz="2400" dirty="0"/>
              <a:t>[1:5]: ", </a:t>
            </a:r>
            <a:r>
              <a:rPr lang="en-US" sz="2400" dirty="0" err="1"/>
              <a:t>tupOne</a:t>
            </a:r>
            <a:r>
              <a:rPr lang="en-US" sz="2400" dirty="0"/>
              <a:t>[1:5])</a:t>
            </a:r>
          </a:p>
        </p:txBody>
      </p:sp>
    </p:spTree>
    <p:extLst>
      <p:ext uri="{BB962C8B-B14F-4D97-AF65-F5344CB8AC3E}">
        <p14:creationId xmlns:p14="http://schemas.microsoft.com/office/powerpoint/2010/main" val="209426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966453" y="1689367"/>
            <a:ext cx="6092825" cy="415498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/>
              <a:t># updates tuple</a:t>
            </a:r>
          </a:p>
          <a:p>
            <a:endParaRPr lang="en-US" sz="2400" dirty="0"/>
          </a:p>
          <a:p>
            <a:r>
              <a:rPr lang="en-US" sz="2400" dirty="0" err="1"/>
              <a:t>tupOne</a:t>
            </a:r>
            <a:r>
              <a:rPr lang="en-US" sz="2400" dirty="0"/>
              <a:t> = (12, 34.56)</a:t>
            </a:r>
          </a:p>
          <a:p>
            <a:r>
              <a:rPr lang="en-US" sz="2400" dirty="0" err="1"/>
              <a:t>tupTwo</a:t>
            </a:r>
            <a:r>
              <a:rPr lang="en-US" sz="2400" dirty="0"/>
              <a:t> = ('</a:t>
            </a:r>
            <a:r>
              <a:rPr lang="en-US" sz="2400" dirty="0" err="1"/>
              <a:t>abc</a:t>
            </a:r>
            <a:r>
              <a:rPr lang="en-US" sz="2400" dirty="0"/>
              <a:t>', 'xyz')</a:t>
            </a:r>
          </a:p>
          <a:p>
            <a:endParaRPr lang="en-US" sz="2400" dirty="0"/>
          </a:p>
          <a:p>
            <a:r>
              <a:rPr lang="en-US" sz="2400" dirty="0"/>
              <a:t># Following </a:t>
            </a:r>
            <a:r>
              <a:rPr lang="en-US" sz="2400" dirty="0">
                <a:solidFill>
                  <a:srgbClr val="FF0000"/>
                </a:solidFill>
              </a:rPr>
              <a:t>action is not valid for tuples</a:t>
            </a:r>
          </a:p>
          <a:p>
            <a:r>
              <a:rPr lang="en-US" sz="2400" dirty="0"/>
              <a:t># </a:t>
            </a:r>
            <a:r>
              <a:rPr lang="en-US" sz="2400" dirty="0" err="1"/>
              <a:t>tupOne</a:t>
            </a:r>
            <a:r>
              <a:rPr lang="en-US" sz="2400" dirty="0"/>
              <a:t>[0] = 100</a:t>
            </a:r>
          </a:p>
          <a:p>
            <a:endParaRPr lang="en-US" sz="2400" dirty="0"/>
          </a:p>
          <a:p>
            <a:r>
              <a:rPr lang="en-US" sz="2400" dirty="0"/>
              <a:t># So let's create a new tuple as follows</a:t>
            </a:r>
          </a:p>
          <a:p>
            <a:r>
              <a:rPr lang="en-US" sz="2400" dirty="0" err="1"/>
              <a:t>tupThree</a:t>
            </a:r>
            <a:r>
              <a:rPr lang="en-US" sz="2400" dirty="0"/>
              <a:t> = </a:t>
            </a:r>
            <a:r>
              <a:rPr lang="en-US" sz="2400" dirty="0" err="1"/>
              <a:t>tupOne</a:t>
            </a:r>
            <a:r>
              <a:rPr lang="en-US" sz="2400" dirty="0"/>
              <a:t> + </a:t>
            </a:r>
            <a:r>
              <a:rPr lang="en-US" sz="2400" dirty="0" err="1"/>
              <a:t>tupTwo</a:t>
            </a:r>
            <a:endParaRPr lang="en-US" sz="2400" dirty="0"/>
          </a:p>
          <a:p>
            <a:r>
              <a:rPr lang="en-US" sz="2400" dirty="0"/>
              <a:t>print (</a:t>
            </a:r>
            <a:r>
              <a:rPr lang="en-US" sz="2400" dirty="0" err="1"/>
              <a:t>tupThree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734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</a:t>
            </a:r>
            <a:r>
              <a:rPr lang="en-US" dirty="0">
                <a:solidFill>
                  <a:srgbClr val="FF0000"/>
                </a:solidFill>
              </a:rPr>
              <a:t>Delete</a:t>
            </a:r>
            <a:endParaRPr lang="en-US" dirty="0"/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4876800" y="1219200"/>
            <a:ext cx="7312025" cy="369331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delete tuple</a:t>
            </a:r>
          </a:p>
          <a:p>
            <a:endParaRPr lang="en-US" sz="2400" dirty="0"/>
          </a:p>
          <a:p>
            <a:r>
              <a:rPr lang="en-US" sz="2400" dirty="0"/>
              <a:t>aTuple = ('physics', 'chemistry', 1997, 2000)</a:t>
            </a:r>
          </a:p>
          <a:p>
            <a:endParaRPr lang="en-US" sz="2400" dirty="0"/>
          </a:p>
          <a:p>
            <a:r>
              <a:rPr lang="en-US" sz="2400" dirty="0"/>
              <a:t>print (aTuple)</a:t>
            </a:r>
          </a:p>
          <a:p>
            <a:r>
              <a:rPr lang="en-US" sz="2400" dirty="0"/>
              <a:t>del aTuple</a:t>
            </a:r>
          </a:p>
          <a:p>
            <a:endParaRPr lang="en-US" sz="2400" dirty="0"/>
          </a:p>
          <a:p>
            <a:r>
              <a:rPr lang="en-US" sz="2400" dirty="0"/>
              <a:t>print ("After deleting </a:t>
            </a:r>
            <a:r>
              <a:rPr lang="en-US" sz="2400" dirty="0" err="1"/>
              <a:t>tup</a:t>
            </a:r>
            <a:r>
              <a:rPr lang="en-US" sz="2400" dirty="0"/>
              <a:t> : ")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# print (aTuple) - an exception raised tup does not exist</a:t>
            </a:r>
          </a:p>
          <a:p>
            <a:r>
              <a:rPr lang="en-US" dirty="0"/>
              <a:t> </a:t>
            </a:r>
          </a:p>
        </p:txBody>
      </p:sp>
      <p:graphicFrame>
        <p:nvGraphicFramePr>
          <p:cNvPr id="5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78141119"/>
              </p:ext>
            </p:extLst>
          </p:nvPr>
        </p:nvGraphicFramePr>
        <p:xfrm>
          <a:off x="1293812" y="788986"/>
          <a:ext cx="34290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5535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Concatenate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2024967"/>
              </p:ext>
            </p:extLst>
          </p:nvPr>
        </p:nvGraphicFramePr>
        <p:xfrm>
          <a:off x="1903412" y="822325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7389812" y="1905506"/>
            <a:ext cx="4685023" cy="3046988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Concatenation of Tuple</a:t>
            </a:r>
          </a:p>
          <a:p>
            <a:endParaRPr lang="en-US" sz="2400" dirty="0"/>
          </a:p>
          <a:p>
            <a:r>
              <a:rPr lang="en-US" sz="2400" dirty="0" err="1"/>
              <a:t>tupleOne</a:t>
            </a:r>
            <a:r>
              <a:rPr lang="en-US" sz="2400" dirty="0"/>
              <a:t> = ('Ally', 'Baba‘)</a:t>
            </a:r>
          </a:p>
          <a:p>
            <a:r>
              <a:rPr lang="en-US" sz="2400" dirty="0" err="1"/>
              <a:t>tupleTwo</a:t>
            </a:r>
            <a:r>
              <a:rPr lang="en-US" sz="2400" dirty="0"/>
              <a:t> = ['Python', 'Teach']</a:t>
            </a:r>
          </a:p>
          <a:p>
            <a:endParaRPr lang="en-US" sz="2400" dirty="0"/>
          </a:p>
          <a:p>
            <a:r>
              <a:rPr lang="en-US" sz="2400" dirty="0" err="1"/>
              <a:t>tupleThree</a:t>
            </a:r>
            <a:r>
              <a:rPr lang="en-US" sz="2400" dirty="0"/>
              <a:t> = </a:t>
            </a:r>
            <a:r>
              <a:rPr lang="en-US" sz="2400" dirty="0" err="1"/>
              <a:t>tupleOne</a:t>
            </a:r>
            <a:r>
              <a:rPr lang="en-US" sz="2400" dirty="0"/>
              <a:t> + </a:t>
            </a:r>
            <a:r>
              <a:rPr lang="en-US" sz="2400" dirty="0" err="1"/>
              <a:t>tupleTwo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dirty="0" err="1"/>
              <a:t>tupleThree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01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Repetition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2482521"/>
              </p:ext>
            </p:extLst>
          </p:nvPr>
        </p:nvGraphicFramePr>
        <p:xfrm>
          <a:off x="1674812" y="7874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919912" y="1600200"/>
            <a:ext cx="5257800" cy="230832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Repetition of Tuple</a:t>
            </a:r>
          </a:p>
          <a:p>
            <a:endParaRPr lang="en-US" sz="2400" dirty="0"/>
          </a:p>
          <a:p>
            <a:r>
              <a:rPr lang="en-US" sz="2400" dirty="0" err="1"/>
              <a:t>tupleOne</a:t>
            </a:r>
            <a:r>
              <a:rPr lang="en-US" sz="2400" dirty="0"/>
              <a:t> = ('Ally', 'Baba‘)</a:t>
            </a:r>
          </a:p>
          <a:p>
            <a:r>
              <a:rPr lang="en-US" sz="2400" dirty="0" err="1"/>
              <a:t>tupleTwo</a:t>
            </a:r>
            <a:r>
              <a:rPr lang="en-US" sz="2400" dirty="0"/>
              <a:t> = </a:t>
            </a:r>
            <a:r>
              <a:rPr lang="en-US" sz="2400" dirty="0" err="1"/>
              <a:t>tupleOne</a:t>
            </a:r>
            <a:r>
              <a:rPr lang="en-US" sz="2400" dirty="0"/>
              <a:t> *4</a:t>
            </a:r>
          </a:p>
          <a:p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dirty="0" err="1"/>
              <a:t>tupleTwo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021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</a:t>
            </a:r>
            <a:r>
              <a:rPr lang="en-US" altLang="en-US" dirty="0"/>
              <a:t>Slicing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713412" y="2286000"/>
            <a:ext cx="6324600" cy="3046988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slicing</a:t>
            </a:r>
          </a:p>
          <a:p>
            <a:r>
              <a:rPr lang="en-US" sz="2400" dirty="0"/>
              <a:t>aTuple = ('spam', 'eggs', 100, 1234, 345, 456, 678)</a:t>
            </a:r>
          </a:p>
          <a:p>
            <a:r>
              <a:rPr lang="en-US" sz="2400" dirty="0"/>
              <a:t>print ('The last index : ', aTuple[-1])</a:t>
            </a:r>
          </a:p>
          <a:p>
            <a:endParaRPr lang="en-US" sz="2400" dirty="0"/>
          </a:p>
          <a:p>
            <a:r>
              <a:rPr lang="en-US" sz="2400" dirty="0"/>
              <a:t>print ('index 0 to the 2nd element : ', aTuple[:3])</a:t>
            </a:r>
          </a:p>
          <a:p>
            <a:r>
              <a:rPr lang="en-US" sz="2400" dirty="0"/>
              <a:t>print ('index 2 to the last element : ', aTuple[2:])</a:t>
            </a:r>
          </a:p>
          <a:p>
            <a:r>
              <a:rPr lang="en-US" sz="2400" dirty="0"/>
              <a:t>print ('index 1 to the 2nd element : ', aTuple[1:2])</a:t>
            </a:r>
          </a:p>
          <a:p>
            <a:r>
              <a:rPr lang="en-US" sz="2400" dirty="0"/>
              <a:t>print ('index 1 to the 3rd element : ', aTuple[1:3])</a:t>
            </a:r>
          </a:p>
        </p:txBody>
      </p:sp>
    </p:spTree>
    <p:extLst>
      <p:ext uri="{BB962C8B-B14F-4D97-AF65-F5344CB8AC3E}">
        <p14:creationId xmlns:p14="http://schemas.microsoft.com/office/powerpoint/2010/main" val="18138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FF0000"/>
                </a:solidFill>
              </a:rPr>
              <a:t> Operator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5865812" y="1828800"/>
            <a:ext cx="6291607" cy="286232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# filtering a tuple</a:t>
            </a:r>
          </a:p>
          <a:p>
            <a:endParaRPr lang="en-US" sz="2000" dirty="0"/>
          </a:p>
          <a:p>
            <a:r>
              <a:rPr lang="en-US" sz="2000" dirty="0"/>
              <a:t>aTuple = ("a", "</a:t>
            </a:r>
            <a:r>
              <a:rPr lang="en-US" sz="2000" dirty="0" err="1"/>
              <a:t>mpilgrim</a:t>
            </a:r>
            <a:r>
              <a:rPr lang="en-US" sz="2000" dirty="0"/>
              <a:t>", "foo", "b", "c", "b", "d", "d“)</a:t>
            </a:r>
          </a:p>
          <a:p>
            <a:endParaRPr lang="en-US" sz="2000" dirty="0"/>
          </a:p>
          <a:p>
            <a:r>
              <a:rPr lang="en-US" sz="2000" dirty="0"/>
              <a:t>print([</a:t>
            </a:r>
            <a:r>
              <a:rPr lang="en-US" sz="2000" dirty="0" err="1"/>
              <a:t>elem</a:t>
            </a:r>
            <a:r>
              <a:rPr lang="en-US" sz="2000" dirty="0"/>
              <a:t> for </a:t>
            </a:r>
            <a:r>
              <a:rPr lang="en-US" sz="2000" dirty="0" err="1"/>
              <a:t>elem</a:t>
            </a:r>
            <a:r>
              <a:rPr lang="en-US" sz="2000" dirty="0"/>
              <a:t> in aTuple if len(</a:t>
            </a:r>
            <a:r>
              <a:rPr lang="en-US" sz="2000" dirty="0" err="1"/>
              <a:t>elem</a:t>
            </a:r>
            <a:r>
              <a:rPr lang="en-US" sz="2000" dirty="0"/>
              <a:t>) &gt; 1] )           </a:t>
            </a:r>
          </a:p>
          <a:p>
            <a:endParaRPr lang="en-US" sz="2000" dirty="0"/>
          </a:p>
          <a:p>
            <a:r>
              <a:rPr lang="en-US" sz="2000" dirty="0"/>
              <a:t>print ([</a:t>
            </a:r>
            <a:r>
              <a:rPr lang="en-US" sz="2000" dirty="0" err="1"/>
              <a:t>elem</a:t>
            </a:r>
            <a:r>
              <a:rPr lang="en-US" sz="2000" dirty="0"/>
              <a:t> for </a:t>
            </a:r>
            <a:r>
              <a:rPr lang="en-US" sz="2000" dirty="0" err="1"/>
              <a:t>elem</a:t>
            </a:r>
            <a:r>
              <a:rPr lang="en-US" sz="2000" dirty="0"/>
              <a:t> in aTuple if </a:t>
            </a:r>
            <a:r>
              <a:rPr lang="en-US" sz="2000" dirty="0" err="1"/>
              <a:t>elem</a:t>
            </a:r>
            <a:r>
              <a:rPr lang="en-US" sz="2000" dirty="0"/>
              <a:t> != "b"]   )            </a:t>
            </a:r>
          </a:p>
          <a:p>
            <a:endParaRPr lang="en-US" sz="2000" dirty="0"/>
          </a:p>
          <a:p>
            <a:r>
              <a:rPr lang="en-US" sz="2000" dirty="0"/>
              <a:t>print ([</a:t>
            </a:r>
            <a:r>
              <a:rPr lang="en-US" sz="2000" dirty="0" err="1"/>
              <a:t>elem</a:t>
            </a:r>
            <a:r>
              <a:rPr lang="en-US" sz="2000" dirty="0"/>
              <a:t> for </a:t>
            </a:r>
            <a:r>
              <a:rPr lang="en-US" sz="2000" dirty="0" err="1"/>
              <a:t>elem</a:t>
            </a:r>
            <a:r>
              <a:rPr lang="en-US" sz="2000" dirty="0"/>
              <a:t> in aTuple if </a:t>
            </a:r>
            <a:r>
              <a:rPr lang="en-US" sz="2000" dirty="0" err="1"/>
              <a:t>aTuple.count</a:t>
            </a:r>
            <a:r>
              <a:rPr lang="en-US" sz="2000" dirty="0"/>
              <a:t>(</a:t>
            </a:r>
            <a:r>
              <a:rPr lang="en-US" sz="2000" dirty="0" err="1"/>
              <a:t>elem</a:t>
            </a:r>
            <a:r>
              <a:rPr lang="en-US" sz="2000" dirty="0"/>
              <a:t>) == 1] 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449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059868" y="1371600"/>
            <a:ext cx="5943600" cy="221599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Prints how many elements in Lists</a:t>
            </a:r>
          </a:p>
          <a:p>
            <a:endParaRPr lang="en-US" sz="2400" dirty="0"/>
          </a:p>
          <a:p>
            <a:r>
              <a:rPr lang="en-US" sz="2400" dirty="0"/>
              <a:t>aTuple = [(physics', 'chemistry', 1997, 2000)</a:t>
            </a:r>
          </a:p>
          <a:p>
            <a:endParaRPr lang="en-US" sz="2400" dirty="0"/>
          </a:p>
          <a:p>
            <a:r>
              <a:rPr lang="en-US" sz="2400" dirty="0"/>
              <a:t>print (len(aTuple))</a:t>
            </a:r>
          </a:p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3041" y="3886200"/>
            <a:ext cx="6088554" cy="2308324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max and Min function</a:t>
            </a:r>
          </a:p>
          <a:p>
            <a:endParaRPr lang="en-US" sz="2400" dirty="0"/>
          </a:p>
          <a:p>
            <a:r>
              <a:rPr lang="en-US" sz="2400" dirty="0"/>
              <a:t>aTuple = (456, 700, 200)</a:t>
            </a:r>
          </a:p>
          <a:p>
            <a:endParaRPr lang="en-US" sz="2400" dirty="0"/>
          </a:p>
          <a:p>
            <a:r>
              <a:rPr lang="en-US" sz="2400" dirty="0"/>
              <a:t>print ("Max value element : ", max(aTuple))</a:t>
            </a:r>
          </a:p>
          <a:p>
            <a:r>
              <a:rPr lang="en-US" sz="2400" dirty="0"/>
              <a:t>print ("Min value element : ", min(aTuple))</a:t>
            </a:r>
          </a:p>
        </p:txBody>
      </p:sp>
    </p:spTree>
    <p:extLst>
      <p:ext uri="{BB962C8B-B14F-4D97-AF65-F5344CB8AC3E}">
        <p14:creationId xmlns:p14="http://schemas.microsoft.com/office/powerpoint/2010/main" val="217229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814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Methods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49421226"/>
              </p:ext>
            </p:extLst>
          </p:nvPr>
        </p:nvGraphicFramePr>
        <p:xfrm>
          <a:off x="1293812" y="763586"/>
          <a:ext cx="4648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5713412" y="2742087"/>
            <a:ext cx="6248400" cy="156966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index</a:t>
            </a:r>
          </a:p>
          <a:p>
            <a:r>
              <a:rPr lang="en-US" sz="2400" dirty="0"/>
              <a:t>aTuple = (123, 'xyz', 'zara', 'abc‘)</a:t>
            </a:r>
          </a:p>
          <a:p>
            <a:r>
              <a:rPr lang="en-US" sz="2400" dirty="0"/>
              <a:t>print ("Index for xyz : ", atuple.index( 'xyz' ) )</a:t>
            </a:r>
          </a:p>
          <a:p>
            <a:r>
              <a:rPr lang="en-US" sz="2400" dirty="0"/>
              <a:t>print ("Index for zara : ", atuple.index( 'zara' ) )</a:t>
            </a:r>
          </a:p>
        </p:txBody>
      </p:sp>
    </p:spTree>
    <p:extLst>
      <p:ext uri="{BB962C8B-B14F-4D97-AF65-F5344CB8AC3E}">
        <p14:creationId xmlns:p14="http://schemas.microsoft.com/office/powerpoint/2010/main" val="139243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Python – </a:t>
            </a:r>
            <a:r>
              <a:rPr lang="en-US" altLang="en-US" dirty="0"/>
              <a:t>Tuples </a:t>
            </a:r>
            <a:r>
              <a:rPr lang="en-US" altLang="en-US" dirty="0">
                <a:solidFill>
                  <a:srgbClr val="FF0000"/>
                </a:solidFill>
              </a:rPr>
              <a:t>- Methods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91867956"/>
              </p:ext>
            </p:extLst>
          </p:nvPr>
        </p:nvGraphicFramePr>
        <p:xfrm>
          <a:off x="1293814" y="787400"/>
          <a:ext cx="50292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6323014" y="2624604"/>
            <a:ext cx="5791200" cy="193899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# count</a:t>
            </a:r>
          </a:p>
          <a:p>
            <a:endParaRPr lang="en-US" sz="2400" dirty="0"/>
          </a:p>
          <a:p>
            <a:r>
              <a:rPr lang="en-US" sz="2400" dirty="0"/>
              <a:t>aTuple = [123, 'xyz', 'zara', 'abc', 123]</a:t>
            </a:r>
          </a:p>
          <a:p>
            <a:endParaRPr lang="en-US" sz="2400" dirty="0"/>
          </a:p>
          <a:p>
            <a:r>
              <a:rPr lang="en-US" sz="2400" dirty="0"/>
              <a:t>print ("Count for 123 : ", aTuple.count(123))</a:t>
            </a:r>
          </a:p>
        </p:txBody>
      </p:sp>
    </p:spTree>
    <p:extLst>
      <p:ext uri="{BB962C8B-B14F-4D97-AF65-F5344CB8AC3E}">
        <p14:creationId xmlns:p14="http://schemas.microsoft.com/office/powerpoint/2010/main" val="369178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8779</TotalTime>
  <Words>4138</Words>
  <Application>Microsoft Office PowerPoint</Application>
  <PresentationFormat>Custom</PresentationFormat>
  <Paragraphs>657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Century Gothic</vt:lpstr>
      <vt:lpstr>Corbel</vt:lpstr>
      <vt:lpstr>Courier New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– List  - Methods</vt:lpstr>
      <vt:lpstr>Python – List  - Methods</vt:lpstr>
      <vt:lpstr>Python – List  - Methods</vt:lpstr>
      <vt:lpstr>Python – List  - Copying</vt:lpstr>
      <vt:lpstr>Python – List  - Processing</vt:lpstr>
      <vt:lpstr>Python – List  - Processing</vt:lpstr>
      <vt:lpstr>Python – List  - Two-Dimensional</vt:lpstr>
      <vt:lpstr>Python – Tuples</vt:lpstr>
      <vt:lpstr>Python – Tuples - Accessing Values</vt:lpstr>
      <vt:lpstr>Python – Tuples - Update</vt:lpstr>
      <vt:lpstr>Python – Tuples - Delete</vt:lpstr>
      <vt:lpstr>Python – Tuples - Concatenate</vt:lpstr>
      <vt:lpstr>Python – Tuples - Repetition</vt:lpstr>
      <vt:lpstr>Python – Tuples - Slicing</vt:lpstr>
      <vt:lpstr>Python – Tuples - in Operator</vt:lpstr>
      <vt:lpstr>Python – Tuples - Functions</vt:lpstr>
      <vt:lpstr>Python – Tuples - Methods</vt:lpstr>
      <vt:lpstr>Python – Tuples -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Ally,Murtaza (HHSC)</dc:creator>
  <cp:lastModifiedBy>Murtaza Ally</cp:lastModifiedBy>
  <cp:revision>370</cp:revision>
  <dcterms:created xsi:type="dcterms:W3CDTF">2017-05-16T14:09:04Z</dcterms:created>
  <dcterms:modified xsi:type="dcterms:W3CDTF">2022-01-10T15:56:28Z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