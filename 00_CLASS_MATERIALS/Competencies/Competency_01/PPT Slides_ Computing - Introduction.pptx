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4"/>
  </p:sldMasterIdLst>
  <p:notesMasterIdLst>
    <p:notesMasterId r:id="rId68"/>
  </p:notesMasterIdLst>
  <p:handoutMasterIdLst>
    <p:handoutMasterId r:id="rId69"/>
  </p:handoutMasterIdLst>
  <p:sldIdLst>
    <p:sldId id="362" r:id="rId5"/>
    <p:sldId id="444" r:id="rId6"/>
    <p:sldId id="455" r:id="rId7"/>
    <p:sldId id="456" r:id="rId8"/>
    <p:sldId id="457" r:id="rId9"/>
    <p:sldId id="458" r:id="rId10"/>
    <p:sldId id="459" r:id="rId11"/>
    <p:sldId id="460" r:id="rId12"/>
    <p:sldId id="461" r:id="rId13"/>
    <p:sldId id="462" r:id="rId14"/>
    <p:sldId id="445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1" r:id="rId24"/>
    <p:sldId id="472" r:id="rId25"/>
    <p:sldId id="473" r:id="rId26"/>
    <p:sldId id="474" r:id="rId27"/>
    <p:sldId id="475" r:id="rId28"/>
    <p:sldId id="476" r:id="rId29"/>
    <p:sldId id="477" r:id="rId30"/>
    <p:sldId id="478" r:id="rId31"/>
    <p:sldId id="479" r:id="rId32"/>
    <p:sldId id="480" r:id="rId33"/>
    <p:sldId id="446" r:id="rId34"/>
    <p:sldId id="427" r:id="rId35"/>
    <p:sldId id="428" r:id="rId36"/>
    <p:sldId id="447" r:id="rId37"/>
    <p:sldId id="448" r:id="rId38"/>
    <p:sldId id="449" r:id="rId39"/>
    <p:sldId id="450" r:id="rId40"/>
    <p:sldId id="451" r:id="rId41"/>
    <p:sldId id="452" r:id="rId42"/>
    <p:sldId id="453" r:id="rId43"/>
    <p:sldId id="481" r:id="rId44"/>
    <p:sldId id="482" r:id="rId45"/>
    <p:sldId id="483" r:id="rId46"/>
    <p:sldId id="484" r:id="rId47"/>
    <p:sldId id="485" r:id="rId48"/>
    <p:sldId id="486" r:id="rId49"/>
    <p:sldId id="454" r:id="rId50"/>
    <p:sldId id="487" r:id="rId51"/>
    <p:sldId id="488" r:id="rId52"/>
    <p:sldId id="489" r:id="rId53"/>
    <p:sldId id="490" r:id="rId54"/>
    <p:sldId id="491" r:id="rId55"/>
    <p:sldId id="492" r:id="rId56"/>
    <p:sldId id="493" r:id="rId57"/>
    <p:sldId id="494" r:id="rId58"/>
    <p:sldId id="495" r:id="rId59"/>
    <p:sldId id="496" r:id="rId60"/>
    <p:sldId id="497" r:id="rId61"/>
    <p:sldId id="498" r:id="rId62"/>
    <p:sldId id="499" r:id="rId63"/>
    <p:sldId id="500" r:id="rId64"/>
    <p:sldId id="501" r:id="rId65"/>
    <p:sldId id="438" r:id="rId66"/>
    <p:sldId id="502" r:id="rId6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y,Murtaza (HHSC)" initials="A(" lastIdx="1" clrIdx="0">
    <p:extLst>
      <p:ext uri="{19B8F6BF-5375-455C-9EA6-DF929625EA0E}">
        <p15:presenceInfo xmlns:p15="http://schemas.microsoft.com/office/powerpoint/2012/main" userId="S::Murtaza.Ally@hhs.texas.gov::3053b341-1a97-470e-bbea-aefd65255f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E42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50" autoAdjust="0"/>
    <p:restoredTop sz="94280" autoAdjust="0"/>
  </p:normalViewPr>
  <p:slideViewPr>
    <p:cSldViewPr showGuides="1">
      <p:cViewPr varScale="1">
        <p:scale>
          <a:sx n="98" d="100"/>
          <a:sy n="98" d="100"/>
        </p:scale>
        <p:origin x="398" y="77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C39754-FB9C-4DB5-93E9-BB6762A0F987}" type="pres">
      <dgm:prSet presAssocID="{90119837-5B71-4D44-BB01-DB0B084933C8}" presName="linearFlow" presStyleCnt="0">
        <dgm:presLayoutVars>
          <dgm:dir/>
          <dgm:resizeHandles val="exact"/>
        </dgm:presLayoutVars>
      </dgm:prSet>
      <dgm:spPr/>
    </dgm:pt>
  </dgm:ptLst>
  <dgm:cxnLst>
    <dgm:cxn modelId="{4901B6F9-7F6F-4376-A333-D7EFC4494CDA}" type="presOf" srcId="{90119837-5B71-4D44-BB01-DB0B084933C8}" destId="{CCC39754-FB9C-4DB5-93E9-BB6762A0F987}" srcOrd="0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6FCB3E-75A6-4A53-8DE8-306C0500B584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</dgm:pt>
    <dgm:pt modelId="{C919A49D-866B-48CB-9FD4-CEADBC742060}">
      <dgm:prSet phldrT="[Text]"/>
      <dgm:spPr/>
      <dgm:t>
        <a:bodyPr/>
        <a:lstStyle/>
        <a:p>
          <a:r>
            <a:rPr lang="en-US" altLang="en-US" sz="2800" kern="1200" dirty="0"/>
            <a:t>Software</a:t>
          </a:r>
          <a:endParaRPr lang="en-US" dirty="0"/>
        </a:p>
      </dgm:t>
    </dgm:pt>
    <dgm:pt modelId="{C1C3D13C-D7C8-4E87-A690-BC6AD29D8423}" type="parTrans" cxnId="{3F056A64-A9E0-4B83-AE10-5CE31D4A1F98}">
      <dgm:prSet/>
      <dgm:spPr/>
      <dgm:t>
        <a:bodyPr/>
        <a:lstStyle/>
        <a:p>
          <a:endParaRPr lang="en-US"/>
        </a:p>
      </dgm:t>
    </dgm:pt>
    <dgm:pt modelId="{24353D3D-718C-4366-95E3-55EC06F5226F}" type="sibTrans" cxnId="{3F056A64-A9E0-4B83-AE10-5CE31D4A1F98}">
      <dgm:prSet/>
      <dgm:spPr/>
      <dgm:t>
        <a:bodyPr/>
        <a:lstStyle/>
        <a:p>
          <a:endParaRPr lang="en-US"/>
        </a:p>
      </dgm:t>
    </dgm:pt>
    <dgm:pt modelId="{86676A01-1BF0-46FB-B062-A8BBAC355BEE}">
      <dgm:prSet/>
      <dgm:spPr/>
      <dgm:t>
        <a:bodyPr/>
        <a:lstStyle/>
        <a:p>
          <a:r>
            <a:rPr lang="en-US" altLang="en-US" u="none" dirty="0"/>
            <a:t>Application software</a:t>
          </a:r>
        </a:p>
      </dgm:t>
    </dgm:pt>
    <dgm:pt modelId="{731188CB-A83B-4CDA-8437-7CC428C83D53}" type="parTrans" cxnId="{E489D5A9-3C38-4A2F-8341-5F1522A52928}">
      <dgm:prSet/>
      <dgm:spPr/>
      <dgm:t>
        <a:bodyPr/>
        <a:lstStyle/>
        <a:p>
          <a:endParaRPr lang="en-US"/>
        </a:p>
      </dgm:t>
    </dgm:pt>
    <dgm:pt modelId="{93D6976F-4A2F-4EF6-907D-307E9956291C}" type="sibTrans" cxnId="{E489D5A9-3C38-4A2F-8341-5F1522A52928}">
      <dgm:prSet/>
      <dgm:spPr/>
      <dgm:t>
        <a:bodyPr/>
        <a:lstStyle/>
        <a:p>
          <a:endParaRPr lang="en-US"/>
        </a:p>
      </dgm:t>
    </dgm:pt>
    <dgm:pt modelId="{F850C2AF-58F7-4B63-BDA8-0DCECEEE90FD}">
      <dgm:prSet/>
      <dgm:spPr/>
      <dgm:t>
        <a:bodyPr/>
        <a:lstStyle/>
        <a:p>
          <a:r>
            <a:rPr lang="en-US" altLang="en-US" dirty="0"/>
            <a:t>Programs that make computer useful for every day tasks</a:t>
          </a:r>
        </a:p>
      </dgm:t>
    </dgm:pt>
    <dgm:pt modelId="{B28F3615-458C-4583-B297-49FA55DF4682}" type="parTrans" cxnId="{6FBCC5FA-938E-46EB-8F6A-548298088AAA}">
      <dgm:prSet/>
      <dgm:spPr/>
      <dgm:t>
        <a:bodyPr/>
        <a:lstStyle/>
        <a:p>
          <a:endParaRPr lang="en-US"/>
        </a:p>
      </dgm:t>
    </dgm:pt>
    <dgm:pt modelId="{247E446D-04A5-49A7-B32A-5D7441F56A38}" type="sibTrans" cxnId="{6FBCC5FA-938E-46EB-8F6A-548298088AAA}">
      <dgm:prSet/>
      <dgm:spPr/>
      <dgm:t>
        <a:bodyPr/>
        <a:lstStyle/>
        <a:p>
          <a:endParaRPr lang="en-US"/>
        </a:p>
      </dgm:t>
    </dgm:pt>
    <dgm:pt modelId="{A1E14362-7296-48D2-B418-3FDB25227A44}">
      <dgm:prSet/>
      <dgm:spPr/>
      <dgm:t>
        <a:bodyPr/>
        <a:lstStyle/>
        <a:p>
          <a:r>
            <a:rPr lang="en-US" altLang="en-US" dirty="0"/>
            <a:t>Examples: word processing, email, games, Web browsers, web services</a:t>
          </a:r>
        </a:p>
      </dgm:t>
    </dgm:pt>
    <dgm:pt modelId="{60AE57D6-8327-4F82-9962-2B4F1FDB9367}" type="parTrans" cxnId="{0A6D81B8-A801-4866-81BB-7261BBBB8C28}">
      <dgm:prSet/>
      <dgm:spPr/>
      <dgm:t>
        <a:bodyPr/>
        <a:lstStyle/>
        <a:p>
          <a:endParaRPr lang="en-US"/>
        </a:p>
      </dgm:t>
    </dgm:pt>
    <dgm:pt modelId="{54B7B342-AA74-4D3A-88E4-93FAEC8666ED}" type="sibTrans" cxnId="{0A6D81B8-A801-4866-81BB-7261BBBB8C28}">
      <dgm:prSet/>
      <dgm:spPr/>
      <dgm:t>
        <a:bodyPr/>
        <a:lstStyle/>
        <a:p>
          <a:endParaRPr lang="en-US"/>
        </a:p>
      </dgm:t>
    </dgm:pt>
    <dgm:pt modelId="{75E2954A-8BEB-4AC5-845D-ED609311B4E4}">
      <dgm:prSet phldrT="[Text]"/>
      <dgm:spPr/>
      <dgm:t>
        <a:bodyPr/>
        <a:lstStyle/>
        <a:p>
          <a:r>
            <a:rPr lang="en-US" altLang="en-US" sz="2800" kern="1200" dirty="0"/>
            <a:t>Controls </a:t>
          </a:r>
          <a:r>
            <a:rPr lang="en-US" altLang="en-US" sz="2800" kern="1200" dirty="0" err="1"/>
            <a:t>everythcomputering</a:t>
          </a:r>
          <a:r>
            <a:rPr lang="en-US" altLang="en-US" sz="2800" kern="1200" dirty="0"/>
            <a:t> the does</a:t>
          </a:r>
          <a:endParaRPr lang="en-US" dirty="0"/>
        </a:p>
      </dgm:t>
    </dgm:pt>
    <dgm:pt modelId="{4405C36C-7928-46E2-B352-69E93527E9EF}" type="parTrans" cxnId="{07FFB699-B27F-4FAD-9D21-5732B0A7B923}">
      <dgm:prSet/>
      <dgm:spPr/>
      <dgm:t>
        <a:bodyPr/>
        <a:lstStyle/>
        <a:p>
          <a:endParaRPr lang="en-US"/>
        </a:p>
      </dgm:t>
    </dgm:pt>
    <dgm:pt modelId="{57A9AF59-B298-4969-82DF-15C651D3D004}" type="sibTrans" cxnId="{07FFB699-B27F-4FAD-9D21-5732B0A7B923}">
      <dgm:prSet/>
      <dgm:spPr/>
      <dgm:t>
        <a:bodyPr/>
        <a:lstStyle/>
        <a:p>
          <a:endParaRPr lang="en-US"/>
        </a:p>
      </dgm:t>
    </dgm:pt>
    <dgm:pt modelId="{2CE2E455-6C39-4706-9429-DFCB6D0710C7}">
      <dgm:prSet/>
      <dgm:spPr/>
      <dgm:t>
        <a:bodyPr/>
        <a:lstStyle/>
        <a:p>
          <a:r>
            <a:rPr lang="en-US" altLang="en-US" dirty="0"/>
            <a:t>System Software</a:t>
          </a:r>
        </a:p>
      </dgm:t>
    </dgm:pt>
    <dgm:pt modelId="{741ABCE5-0558-4760-B0C3-8B7D329E78C1}" type="parTrans" cxnId="{D23AD7FD-8C68-4E3E-ABD4-1481B7EFECDD}">
      <dgm:prSet/>
      <dgm:spPr/>
      <dgm:t>
        <a:bodyPr/>
        <a:lstStyle/>
        <a:p>
          <a:endParaRPr lang="en-US"/>
        </a:p>
      </dgm:t>
    </dgm:pt>
    <dgm:pt modelId="{A577DD52-8A41-4DDE-BC4D-9CFE77D91FA0}" type="sibTrans" cxnId="{D23AD7FD-8C68-4E3E-ABD4-1481B7EFECDD}">
      <dgm:prSet/>
      <dgm:spPr/>
      <dgm:t>
        <a:bodyPr/>
        <a:lstStyle/>
        <a:p>
          <a:endParaRPr lang="en-US"/>
        </a:p>
      </dgm:t>
    </dgm:pt>
    <dgm:pt modelId="{34F8F941-D89D-413D-A639-8BB357B0EE22}">
      <dgm:prSet/>
      <dgm:spPr/>
      <dgm:t>
        <a:bodyPr/>
        <a:lstStyle/>
        <a:p>
          <a:r>
            <a:rPr lang="en-US" altLang="en-US"/>
            <a:t>Operating </a:t>
          </a:r>
          <a:r>
            <a:rPr lang="en-US" altLang="en-US" dirty="0"/>
            <a:t>system</a:t>
          </a:r>
        </a:p>
      </dgm:t>
    </dgm:pt>
    <dgm:pt modelId="{B647D3EB-FBCC-4E49-9636-692B059C54CB}" type="parTrans" cxnId="{4E689835-A5FF-4306-A7A5-3DA82E0C13D4}">
      <dgm:prSet/>
      <dgm:spPr/>
      <dgm:t>
        <a:bodyPr/>
        <a:lstStyle/>
        <a:p>
          <a:endParaRPr lang="en-US"/>
        </a:p>
      </dgm:t>
    </dgm:pt>
    <dgm:pt modelId="{CCD149D3-6B17-4E7A-9134-717A131A1AA3}" type="sibTrans" cxnId="{4E689835-A5FF-4306-A7A5-3DA82E0C13D4}">
      <dgm:prSet/>
      <dgm:spPr/>
      <dgm:t>
        <a:bodyPr/>
        <a:lstStyle/>
        <a:p>
          <a:endParaRPr lang="en-US"/>
        </a:p>
      </dgm:t>
    </dgm:pt>
    <dgm:pt modelId="{2851DBB7-4147-4F26-8DFD-9F7E1FCA1393}">
      <dgm:prSet/>
      <dgm:spPr/>
      <dgm:t>
        <a:bodyPr/>
        <a:lstStyle/>
        <a:p>
          <a:r>
            <a:rPr lang="en-US" altLang="en-US"/>
            <a:t>Utility Program</a:t>
          </a:r>
          <a:endParaRPr lang="en-US" altLang="en-US" dirty="0"/>
        </a:p>
      </dgm:t>
    </dgm:pt>
    <dgm:pt modelId="{BEF1EF2B-CC8E-4901-86E1-79DA113B908B}" type="parTrans" cxnId="{CE253D4D-5E21-4448-AF99-7235EC44999B}">
      <dgm:prSet/>
      <dgm:spPr/>
      <dgm:t>
        <a:bodyPr/>
        <a:lstStyle/>
        <a:p>
          <a:endParaRPr lang="en-US"/>
        </a:p>
      </dgm:t>
    </dgm:pt>
    <dgm:pt modelId="{D704F834-B328-4DB9-A235-C8FD0DC82BC4}" type="sibTrans" cxnId="{CE253D4D-5E21-4448-AF99-7235EC44999B}">
      <dgm:prSet/>
      <dgm:spPr/>
      <dgm:t>
        <a:bodyPr/>
        <a:lstStyle/>
        <a:p>
          <a:endParaRPr lang="en-US"/>
        </a:p>
      </dgm:t>
    </dgm:pt>
    <dgm:pt modelId="{EFA76FC3-4862-4D5E-8545-A7AAB7C9060A}" type="pres">
      <dgm:prSet presAssocID="{7E6FCB3E-75A6-4A53-8DE8-306C0500B584}" presName="theList" presStyleCnt="0">
        <dgm:presLayoutVars>
          <dgm:dir/>
          <dgm:animLvl val="lvl"/>
          <dgm:resizeHandles val="exact"/>
        </dgm:presLayoutVars>
      </dgm:prSet>
      <dgm:spPr/>
    </dgm:pt>
    <dgm:pt modelId="{DAD2DC9A-F06B-4604-A9F1-F5CDC2105F90}" type="pres">
      <dgm:prSet presAssocID="{C919A49D-866B-48CB-9FD4-CEADBC742060}" presName="compNode" presStyleCnt="0"/>
      <dgm:spPr/>
    </dgm:pt>
    <dgm:pt modelId="{723A4C80-F18E-4013-AFC8-4593D0B7CF80}" type="pres">
      <dgm:prSet presAssocID="{C919A49D-866B-48CB-9FD4-CEADBC742060}" presName="aNode" presStyleLbl="bgShp" presStyleIdx="0" presStyleCnt="3"/>
      <dgm:spPr/>
    </dgm:pt>
    <dgm:pt modelId="{C1267AFB-3AB5-4423-9CCB-D9E24A50D79C}" type="pres">
      <dgm:prSet presAssocID="{C919A49D-866B-48CB-9FD4-CEADBC742060}" presName="textNode" presStyleLbl="bgShp" presStyleIdx="0" presStyleCnt="3"/>
      <dgm:spPr/>
    </dgm:pt>
    <dgm:pt modelId="{74100857-A1CC-4C43-963D-E15532599968}" type="pres">
      <dgm:prSet presAssocID="{C919A49D-866B-48CB-9FD4-CEADBC742060}" presName="compChildNode" presStyleCnt="0"/>
      <dgm:spPr/>
    </dgm:pt>
    <dgm:pt modelId="{EF413C45-E739-4082-A5DF-AB7DF389E02E}" type="pres">
      <dgm:prSet presAssocID="{C919A49D-866B-48CB-9FD4-CEADBC742060}" presName="theInnerList" presStyleCnt="0"/>
      <dgm:spPr/>
    </dgm:pt>
    <dgm:pt modelId="{E91E8C5D-354C-4A14-931F-D622CA15D208}" type="pres">
      <dgm:prSet presAssocID="{75E2954A-8BEB-4AC5-845D-ED609311B4E4}" presName="childNode" presStyleLbl="node1" presStyleIdx="0" presStyleCnt="5">
        <dgm:presLayoutVars>
          <dgm:bulletEnabled val="1"/>
        </dgm:presLayoutVars>
      </dgm:prSet>
      <dgm:spPr/>
    </dgm:pt>
    <dgm:pt modelId="{7E325158-34D7-4F38-BD63-AD686314A78F}" type="pres">
      <dgm:prSet presAssocID="{C919A49D-866B-48CB-9FD4-CEADBC742060}" presName="aSpace" presStyleCnt="0"/>
      <dgm:spPr/>
    </dgm:pt>
    <dgm:pt modelId="{262686CD-6E13-4976-B9FC-C305D11FF57F}" type="pres">
      <dgm:prSet presAssocID="{86676A01-1BF0-46FB-B062-A8BBAC355BEE}" presName="compNode" presStyleCnt="0"/>
      <dgm:spPr/>
    </dgm:pt>
    <dgm:pt modelId="{FE4AAB70-B979-4C54-9306-D0E179CEFD3D}" type="pres">
      <dgm:prSet presAssocID="{86676A01-1BF0-46FB-B062-A8BBAC355BEE}" presName="aNode" presStyleLbl="bgShp" presStyleIdx="1" presStyleCnt="3"/>
      <dgm:spPr/>
    </dgm:pt>
    <dgm:pt modelId="{9007E1B1-3CCA-44B6-A9A8-C2D9F142418C}" type="pres">
      <dgm:prSet presAssocID="{86676A01-1BF0-46FB-B062-A8BBAC355BEE}" presName="textNode" presStyleLbl="bgShp" presStyleIdx="1" presStyleCnt="3"/>
      <dgm:spPr/>
    </dgm:pt>
    <dgm:pt modelId="{8E129F78-90CE-4C59-BBE3-2B7735E67A55}" type="pres">
      <dgm:prSet presAssocID="{86676A01-1BF0-46FB-B062-A8BBAC355BEE}" presName="compChildNode" presStyleCnt="0"/>
      <dgm:spPr/>
    </dgm:pt>
    <dgm:pt modelId="{6A3AF7E2-35BB-41D0-8692-0C4556EB95CE}" type="pres">
      <dgm:prSet presAssocID="{86676A01-1BF0-46FB-B062-A8BBAC355BEE}" presName="theInnerList" presStyleCnt="0"/>
      <dgm:spPr/>
    </dgm:pt>
    <dgm:pt modelId="{2C2F8007-9538-4ADB-BFAE-EBE75F3ECDA1}" type="pres">
      <dgm:prSet presAssocID="{F850C2AF-58F7-4B63-BDA8-0DCECEEE90FD}" presName="childNode" presStyleLbl="node1" presStyleIdx="1" presStyleCnt="5">
        <dgm:presLayoutVars>
          <dgm:bulletEnabled val="1"/>
        </dgm:presLayoutVars>
      </dgm:prSet>
      <dgm:spPr/>
    </dgm:pt>
    <dgm:pt modelId="{CD009437-CE53-4327-AB3B-F8CA0B6B44F0}" type="pres">
      <dgm:prSet presAssocID="{F850C2AF-58F7-4B63-BDA8-0DCECEEE90FD}" presName="aSpace2" presStyleCnt="0"/>
      <dgm:spPr/>
    </dgm:pt>
    <dgm:pt modelId="{31D13F3C-09E1-4612-A6AC-3F8F6A20F725}" type="pres">
      <dgm:prSet presAssocID="{A1E14362-7296-48D2-B418-3FDB25227A44}" presName="childNode" presStyleLbl="node1" presStyleIdx="2" presStyleCnt="5">
        <dgm:presLayoutVars>
          <dgm:bulletEnabled val="1"/>
        </dgm:presLayoutVars>
      </dgm:prSet>
      <dgm:spPr/>
    </dgm:pt>
    <dgm:pt modelId="{ADF60FA5-190F-4047-BBF2-64AE1176A3FC}" type="pres">
      <dgm:prSet presAssocID="{86676A01-1BF0-46FB-B062-A8BBAC355BEE}" presName="aSpace" presStyleCnt="0"/>
      <dgm:spPr/>
    </dgm:pt>
    <dgm:pt modelId="{0294A2AF-E46B-4F01-BBE3-C5FAF8BD6005}" type="pres">
      <dgm:prSet presAssocID="{2CE2E455-6C39-4706-9429-DFCB6D0710C7}" presName="compNode" presStyleCnt="0"/>
      <dgm:spPr/>
    </dgm:pt>
    <dgm:pt modelId="{9987D641-44AD-4F85-983E-CEDCF2ABD1F2}" type="pres">
      <dgm:prSet presAssocID="{2CE2E455-6C39-4706-9429-DFCB6D0710C7}" presName="aNode" presStyleLbl="bgShp" presStyleIdx="2" presStyleCnt="3"/>
      <dgm:spPr/>
    </dgm:pt>
    <dgm:pt modelId="{D84166CD-49D1-4FE5-AD1D-05864A24ADA4}" type="pres">
      <dgm:prSet presAssocID="{2CE2E455-6C39-4706-9429-DFCB6D0710C7}" presName="textNode" presStyleLbl="bgShp" presStyleIdx="2" presStyleCnt="3"/>
      <dgm:spPr/>
    </dgm:pt>
    <dgm:pt modelId="{FF2F63F7-49BD-4FC3-9EE9-A34244A3DCEE}" type="pres">
      <dgm:prSet presAssocID="{2CE2E455-6C39-4706-9429-DFCB6D0710C7}" presName="compChildNode" presStyleCnt="0"/>
      <dgm:spPr/>
    </dgm:pt>
    <dgm:pt modelId="{D1A77CAF-F810-4007-B51E-F4CCCF038C45}" type="pres">
      <dgm:prSet presAssocID="{2CE2E455-6C39-4706-9429-DFCB6D0710C7}" presName="theInnerList" presStyleCnt="0"/>
      <dgm:spPr/>
    </dgm:pt>
    <dgm:pt modelId="{0AE2D023-8096-41C4-869B-CE3F19B1C625}" type="pres">
      <dgm:prSet presAssocID="{34F8F941-D89D-413D-A639-8BB357B0EE22}" presName="childNode" presStyleLbl="node1" presStyleIdx="3" presStyleCnt="5">
        <dgm:presLayoutVars>
          <dgm:bulletEnabled val="1"/>
        </dgm:presLayoutVars>
      </dgm:prSet>
      <dgm:spPr/>
    </dgm:pt>
    <dgm:pt modelId="{9AD2941C-4BBF-49C8-BB97-B6A59001FE47}" type="pres">
      <dgm:prSet presAssocID="{34F8F941-D89D-413D-A639-8BB357B0EE22}" presName="aSpace2" presStyleCnt="0"/>
      <dgm:spPr/>
    </dgm:pt>
    <dgm:pt modelId="{C2E284C6-3B09-4817-8E3A-7710633BA487}" type="pres">
      <dgm:prSet presAssocID="{2851DBB7-4147-4F26-8DFD-9F7E1FCA1393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7290EC03-0227-473B-9A9A-6AE9FC73984F}" type="presOf" srcId="{C919A49D-866B-48CB-9FD4-CEADBC742060}" destId="{723A4C80-F18E-4013-AFC8-4593D0B7CF80}" srcOrd="0" destOrd="0" presId="urn:microsoft.com/office/officeart/2005/8/layout/lProcess2"/>
    <dgm:cxn modelId="{6B04801F-4C34-4940-9B2E-3089B75D46BC}" type="presOf" srcId="{A1E14362-7296-48D2-B418-3FDB25227A44}" destId="{31D13F3C-09E1-4612-A6AC-3F8F6A20F725}" srcOrd="0" destOrd="0" presId="urn:microsoft.com/office/officeart/2005/8/layout/lProcess2"/>
    <dgm:cxn modelId="{4E689835-A5FF-4306-A7A5-3DA82E0C13D4}" srcId="{2CE2E455-6C39-4706-9429-DFCB6D0710C7}" destId="{34F8F941-D89D-413D-A639-8BB357B0EE22}" srcOrd="0" destOrd="0" parTransId="{B647D3EB-FBCC-4E49-9636-692B059C54CB}" sibTransId="{CCD149D3-6B17-4E7A-9134-717A131A1AA3}"/>
    <dgm:cxn modelId="{3F056A64-A9E0-4B83-AE10-5CE31D4A1F98}" srcId="{7E6FCB3E-75A6-4A53-8DE8-306C0500B584}" destId="{C919A49D-866B-48CB-9FD4-CEADBC742060}" srcOrd="0" destOrd="0" parTransId="{C1C3D13C-D7C8-4E87-A690-BC6AD29D8423}" sibTransId="{24353D3D-718C-4366-95E3-55EC06F5226F}"/>
    <dgm:cxn modelId="{FC7E6569-937D-4C4A-8625-7F9EAB2410B7}" type="presOf" srcId="{75E2954A-8BEB-4AC5-845D-ED609311B4E4}" destId="{E91E8C5D-354C-4A14-931F-D622CA15D208}" srcOrd="0" destOrd="0" presId="urn:microsoft.com/office/officeart/2005/8/layout/lProcess2"/>
    <dgm:cxn modelId="{94E0C46A-0F97-454E-B8A2-D011A6AA98CF}" type="presOf" srcId="{2851DBB7-4147-4F26-8DFD-9F7E1FCA1393}" destId="{C2E284C6-3B09-4817-8E3A-7710633BA487}" srcOrd="0" destOrd="0" presId="urn:microsoft.com/office/officeart/2005/8/layout/lProcess2"/>
    <dgm:cxn modelId="{CE253D4D-5E21-4448-AF99-7235EC44999B}" srcId="{2CE2E455-6C39-4706-9429-DFCB6D0710C7}" destId="{2851DBB7-4147-4F26-8DFD-9F7E1FCA1393}" srcOrd="1" destOrd="0" parTransId="{BEF1EF2B-CC8E-4901-86E1-79DA113B908B}" sibTransId="{D704F834-B328-4DB9-A235-C8FD0DC82BC4}"/>
    <dgm:cxn modelId="{0F358153-5939-4D5A-9150-6C85A54CA5E8}" type="presOf" srcId="{2CE2E455-6C39-4706-9429-DFCB6D0710C7}" destId="{9987D641-44AD-4F85-983E-CEDCF2ABD1F2}" srcOrd="0" destOrd="0" presId="urn:microsoft.com/office/officeart/2005/8/layout/lProcess2"/>
    <dgm:cxn modelId="{07FFB699-B27F-4FAD-9D21-5732B0A7B923}" srcId="{C919A49D-866B-48CB-9FD4-CEADBC742060}" destId="{75E2954A-8BEB-4AC5-845D-ED609311B4E4}" srcOrd="0" destOrd="0" parTransId="{4405C36C-7928-46E2-B352-69E93527E9EF}" sibTransId="{57A9AF59-B298-4969-82DF-15C651D3D004}"/>
    <dgm:cxn modelId="{E489D5A9-3C38-4A2F-8341-5F1522A52928}" srcId="{7E6FCB3E-75A6-4A53-8DE8-306C0500B584}" destId="{86676A01-1BF0-46FB-B062-A8BBAC355BEE}" srcOrd="1" destOrd="0" parTransId="{731188CB-A83B-4CDA-8437-7CC428C83D53}" sibTransId="{93D6976F-4A2F-4EF6-907D-307E9956291C}"/>
    <dgm:cxn modelId="{3C4F77AA-2F6D-4E59-A9A4-90389893F8A5}" type="presOf" srcId="{34F8F941-D89D-413D-A639-8BB357B0EE22}" destId="{0AE2D023-8096-41C4-869B-CE3F19B1C625}" srcOrd="0" destOrd="0" presId="urn:microsoft.com/office/officeart/2005/8/layout/lProcess2"/>
    <dgm:cxn modelId="{65D137B5-FDC3-4081-AE09-16E54C2B3F88}" type="presOf" srcId="{7E6FCB3E-75A6-4A53-8DE8-306C0500B584}" destId="{EFA76FC3-4862-4D5E-8545-A7AAB7C9060A}" srcOrd="0" destOrd="0" presId="urn:microsoft.com/office/officeart/2005/8/layout/lProcess2"/>
    <dgm:cxn modelId="{983AC7B6-9043-4AF7-8F0B-292CB98C7A02}" type="presOf" srcId="{2CE2E455-6C39-4706-9429-DFCB6D0710C7}" destId="{D84166CD-49D1-4FE5-AD1D-05864A24ADA4}" srcOrd="1" destOrd="0" presId="urn:microsoft.com/office/officeart/2005/8/layout/lProcess2"/>
    <dgm:cxn modelId="{0A6D81B8-A801-4866-81BB-7261BBBB8C28}" srcId="{86676A01-1BF0-46FB-B062-A8BBAC355BEE}" destId="{A1E14362-7296-48D2-B418-3FDB25227A44}" srcOrd="1" destOrd="0" parTransId="{60AE57D6-8327-4F82-9962-2B4F1FDB9367}" sibTransId="{54B7B342-AA74-4D3A-88E4-93FAEC8666ED}"/>
    <dgm:cxn modelId="{4AA0B1CC-2D90-41DF-99E3-727672B3CF4A}" type="presOf" srcId="{F850C2AF-58F7-4B63-BDA8-0DCECEEE90FD}" destId="{2C2F8007-9538-4ADB-BFAE-EBE75F3ECDA1}" srcOrd="0" destOrd="0" presId="urn:microsoft.com/office/officeart/2005/8/layout/lProcess2"/>
    <dgm:cxn modelId="{00D44BD2-49E7-4045-A728-F31104022543}" type="presOf" srcId="{C919A49D-866B-48CB-9FD4-CEADBC742060}" destId="{C1267AFB-3AB5-4423-9CCB-D9E24A50D79C}" srcOrd="1" destOrd="0" presId="urn:microsoft.com/office/officeart/2005/8/layout/lProcess2"/>
    <dgm:cxn modelId="{37A54DE6-D079-4678-8A3C-04580F88AEB4}" type="presOf" srcId="{86676A01-1BF0-46FB-B062-A8BBAC355BEE}" destId="{FE4AAB70-B979-4C54-9306-D0E179CEFD3D}" srcOrd="0" destOrd="0" presId="urn:microsoft.com/office/officeart/2005/8/layout/lProcess2"/>
    <dgm:cxn modelId="{6FBCC5FA-938E-46EB-8F6A-548298088AAA}" srcId="{86676A01-1BF0-46FB-B062-A8BBAC355BEE}" destId="{F850C2AF-58F7-4B63-BDA8-0DCECEEE90FD}" srcOrd="0" destOrd="0" parTransId="{B28F3615-458C-4583-B297-49FA55DF4682}" sibTransId="{247E446D-04A5-49A7-B32A-5D7441F56A38}"/>
    <dgm:cxn modelId="{ACB03CFC-B8A3-449B-96DD-3F30880E55E8}" type="presOf" srcId="{86676A01-1BF0-46FB-B062-A8BBAC355BEE}" destId="{9007E1B1-3CCA-44B6-A9A8-C2D9F142418C}" srcOrd="1" destOrd="0" presId="urn:microsoft.com/office/officeart/2005/8/layout/lProcess2"/>
    <dgm:cxn modelId="{D23AD7FD-8C68-4E3E-ABD4-1481B7EFECDD}" srcId="{7E6FCB3E-75A6-4A53-8DE8-306C0500B584}" destId="{2CE2E455-6C39-4706-9429-DFCB6D0710C7}" srcOrd="2" destOrd="0" parTransId="{741ABCE5-0558-4760-B0C3-8B7D329E78C1}" sibTransId="{A577DD52-8A41-4DDE-BC4D-9CFE77D91FA0}"/>
    <dgm:cxn modelId="{18395E16-2A77-4E5F-9CC9-C8BD0000452C}" type="presParOf" srcId="{EFA76FC3-4862-4D5E-8545-A7AAB7C9060A}" destId="{DAD2DC9A-F06B-4604-A9F1-F5CDC2105F90}" srcOrd="0" destOrd="0" presId="urn:microsoft.com/office/officeart/2005/8/layout/lProcess2"/>
    <dgm:cxn modelId="{6062EDD1-290D-495B-AAE9-73C14CBBEDF0}" type="presParOf" srcId="{DAD2DC9A-F06B-4604-A9F1-F5CDC2105F90}" destId="{723A4C80-F18E-4013-AFC8-4593D0B7CF80}" srcOrd="0" destOrd="0" presId="urn:microsoft.com/office/officeart/2005/8/layout/lProcess2"/>
    <dgm:cxn modelId="{584DA6CB-E3F4-47A1-AFFA-EDC860138861}" type="presParOf" srcId="{DAD2DC9A-F06B-4604-A9F1-F5CDC2105F90}" destId="{C1267AFB-3AB5-4423-9CCB-D9E24A50D79C}" srcOrd="1" destOrd="0" presId="urn:microsoft.com/office/officeart/2005/8/layout/lProcess2"/>
    <dgm:cxn modelId="{59C4AA61-5E68-4EB7-96CB-811A8BBDFEF8}" type="presParOf" srcId="{DAD2DC9A-F06B-4604-A9F1-F5CDC2105F90}" destId="{74100857-A1CC-4C43-963D-E15532599968}" srcOrd="2" destOrd="0" presId="urn:microsoft.com/office/officeart/2005/8/layout/lProcess2"/>
    <dgm:cxn modelId="{2936E8B3-B497-4062-A061-A4F683568182}" type="presParOf" srcId="{74100857-A1CC-4C43-963D-E15532599968}" destId="{EF413C45-E739-4082-A5DF-AB7DF389E02E}" srcOrd="0" destOrd="0" presId="urn:microsoft.com/office/officeart/2005/8/layout/lProcess2"/>
    <dgm:cxn modelId="{842AC43F-5B60-4827-BC0A-94ED4A92FA4C}" type="presParOf" srcId="{EF413C45-E739-4082-A5DF-AB7DF389E02E}" destId="{E91E8C5D-354C-4A14-931F-D622CA15D208}" srcOrd="0" destOrd="0" presId="urn:microsoft.com/office/officeart/2005/8/layout/lProcess2"/>
    <dgm:cxn modelId="{29D0D54E-EF24-4248-B490-7E6E73936B4C}" type="presParOf" srcId="{EFA76FC3-4862-4D5E-8545-A7AAB7C9060A}" destId="{7E325158-34D7-4F38-BD63-AD686314A78F}" srcOrd="1" destOrd="0" presId="urn:microsoft.com/office/officeart/2005/8/layout/lProcess2"/>
    <dgm:cxn modelId="{527B8226-8A0E-4EB0-B63D-2725F61FBE98}" type="presParOf" srcId="{EFA76FC3-4862-4D5E-8545-A7AAB7C9060A}" destId="{262686CD-6E13-4976-B9FC-C305D11FF57F}" srcOrd="2" destOrd="0" presId="urn:microsoft.com/office/officeart/2005/8/layout/lProcess2"/>
    <dgm:cxn modelId="{A292F7D5-F37A-4600-8E42-22383ECDDD30}" type="presParOf" srcId="{262686CD-6E13-4976-B9FC-C305D11FF57F}" destId="{FE4AAB70-B979-4C54-9306-D0E179CEFD3D}" srcOrd="0" destOrd="0" presId="urn:microsoft.com/office/officeart/2005/8/layout/lProcess2"/>
    <dgm:cxn modelId="{9BA10D13-71FB-43EE-8067-902FC893F033}" type="presParOf" srcId="{262686CD-6E13-4976-B9FC-C305D11FF57F}" destId="{9007E1B1-3CCA-44B6-A9A8-C2D9F142418C}" srcOrd="1" destOrd="0" presId="urn:microsoft.com/office/officeart/2005/8/layout/lProcess2"/>
    <dgm:cxn modelId="{F48C4FCA-72E3-4014-A407-F17818A98EE8}" type="presParOf" srcId="{262686CD-6E13-4976-B9FC-C305D11FF57F}" destId="{8E129F78-90CE-4C59-BBE3-2B7735E67A55}" srcOrd="2" destOrd="0" presId="urn:microsoft.com/office/officeart/2005/8/layout/lProcess2"/>
    <dgm:cxn modelId="{645F9EB2-69E6-40F4-BB6F-B5E3E180B719}" type="presParOf" srcId="{8E129F78-90CE-4C59-BBE3-2B7735E67A55}" destId="{6A3AF7E2-35BB-41D0-8692-0C4556EB95CE}" srcOrd="0" destOrd="0" presId="urn:microsoft.com/office/officeart/2005/8/layout/lProcess2"/>
    <dgm:cxn modelId="{A827CAEA-3A36-455F-8383-485C9033D724}" type="presParOf" srcId="{6A3AF7E2-35BB-41D0-8692-0C4556EB95CE}" destId="{2C2F8007-9538-4ADB-BFAE-EBE75F3ECDA1}" srcOrd="0" destOrd="0" presId="urn:microsoft.com/office/officeart/2005/8/layout/lProcess2"/>
    <dgm:cxn modelId="{C0A6B343-CCEC-4114-A5BC-F92C5C7D4283}" type="presParOf" srcId="{6A3AF7E2-35BB-41D0-8692-0C4556EB95CE}" destId="{CD009437-CE53-4327-AB3B-F8CA0B6B44F0}" srcOrd="1" destOrd="0" presId="urn:microsoft.com/office/officeart/2005/8/layout/lProcess2"/>
    <dgm:cxn modelId="{4CDFC9C5-67C2-47A8-80FF-80ED968E1C09}" type="presParOf" srcId="{6A3AF7E2-35BB-41D0-8692-0C4556EB95CE}" destId="{31D13F3C-09E1-4612-A6AC-3F8F6A20F725}" srcOrd="2" destOrd="0" presId="urn:microsoft.com/office/officeart/2005/8/layout/lProcess2"/>
    <dgm:cxn modelId="{ED2E9BB2-33EE-4673-8FBD-9B808EFE0D14}" type="presParOf" srcId="{EFA76FC3-4862-4D5E-8545-A7AAB7C9060A}" destId="{ADF60FA5-190F-4047-BBF2-64AE1176A3FC}" srcOrd="3" destOrd="0" presId="urn:microsoft.com/office/officeart/2005/8/layout/lProcess2"/>
    <dgm:cxn modelId="{F6A3E9D6-E874-4ACE-955C-C17EC87C2BBD}" type="presParOf" srcId="{EFA76FC3-4862-4D5E-8545-A7AAB7C9060A}" destId="{0294A2AF-E46B-4F01-BBE3-C5FAF8BD6005}" srcOrd="4" destOrd="0" presId="urn:microsoft.com/office/officeart/2005/8/layout/lProcess2"/>
    <dgm:cxn modelId="{DDC71566-0480-40A6-AB27-ED3CF0C8433A}" type="presParOf" srcId="{0294A2AF-E46B-4F01-BBE3-C5FAF8BD6005}" destId="{9987D641-44AD-4F85-983E-CEDCF2ABD1F2}" srcOrd="0" destOrd="0" presId="urn:microsoft.com/office/officeart/2005/8/layout/lProcess2"/>
    <dgm:cxn modelId="{E7A26279-A7A2-48EA-BBA8-7C80AFFF7DE2}" type="presParOf" srcId="{0294A2AF-E46B-4F01-BBE3-C5FAF8BD6005}" destId="{D84166CD-49D1-4FE5-AD1D-05864A24ADA4}" srcOrd="1" destOrd="0" presId="urn:microsoft.com/office/officeart/2005/8/layout/lProcess2"/>
    <dgm:cxn modelId="{6ADB4B7F-6871-459D-B8C5-83DC7DD782F9}" type="presParOf" srcId="{0294A2AF-E46B-4F01-BBE3-C5FAF8BD6005}" destId="{FF2F63F7-49BD-4FC3-9EE9-A34244A3DCEE}" srcOrd="2" destOrd="0" presId="urn:microsoft.com/office/officeart/2005/8/layout/lProcess2"/>
    <dgm:cxn modelId="{762192FB-4F31-4452-8F1C-5127F8E488D2}" type="presParOf" srcId="{FF2F63F7-49BD-4FC3-9EE9-A34244A3DCEE}" destId="{D1A77CAF-F810-4007-B51E-F4CCCF038C45}" srcOrd="0" destOrd="0" presId="urn:microsoft.com/office/officeart/2005/8/layout/lProcess2"/>
    <dgm:cxn modelId="{D28213C6-6CB0-4A58-A2FF-EBFF739DEC8A}" type="presParOf" srcId="{D1A77CAF-F810-4007-B51E-F4CCCF038C45}" destId="{0AE2D023-8096-41C4-869B-CE3F19B1C625}" srcOrd="0" destOrd="0" presId="urn:microsoft.com/office/officeart/2005/8/layout/lProcess2"/>
    <dgm:cxn modelId="{C8D39FF6-928F-4B8E-822A-35A3CF89E419}" type="presParOf" srcId="{D1A77CAF-F810-4007-B51E-F4CCCF038C45}" destId="{9AD2941C-4BBF-49C8-BB97-B6A59001FE47}" srcOrd="1" destOrd="0" presId="urn:microsoft.com/office/officeart/2005/8/layout/lProcess2"/>
    <dgm:cxn modelId="{0AD79CA2-D0C9-4663-A107-EDA4730F1E60}" type="presParOf" srcId="{D1A77CAF-F810-4007-B51E-F4CCCF038C45}" destId="{C2E284C6-3B09-4817-8E3A-7710633BA48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C39754-FB9C-4DB5-93E9-BB6762A0F987}" type="pres">
      <dgm:prSet presAssocID="{90119837-5B71-4D44-BB01-DB0B084933C8}" presName="linearFlow" presStyleCnt="0">
        <dgm:presLayoutVars>
          <dgm:dir/>
          <dgm:resizeHandles val="exact"/>
        </dgm:presLayoutVars>
      </dgm:prSet>
      <dgm:spPr/>
    </dgm:pt>
  </dgm:ptLst>
  <dgm:cxnLst>
    <dgm:cxn modelId="{4901B6F9-7F6F-4376-A333-D7EFC4494CDA}" type="presOf" srcId="{90119837-5B71-4D44-BB01-DB0B084933C8}" destId="{CCC39754-FB9C-4DB5-93E9-BB6762A0F987}" srcOrd="0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47E1CE-77BD-4D12-9A87-F9528ECE730B}">
      <dgm:prSet/>
      <dgm:spPr/>
      <dgm:t>
        <a:bodyPr/>
        <a:lstStyle/>
        <a:p>
          <a:r>
            <a:rPr lang="en-US" b="1" dirty="0"/>
            <a:t>Raw Facts</a:t>
          </a:r>
          <a:endParaRPr lang="en-US" dirty="0"/>
        </a:p>
      </dgm:t>
    </dgm:pt>
    <dgm:pt modelId="{D7D06ADA-50C3-4460-97E9-68A7F3A5E6A5}" type="parTrans" cxnId="{F60CDDAC-0D18-4CD7-B593-2264843C95D5}">
      <dgm:prSet/>
      <dgm:spPr/>
      <dgm:t>
        <a:bodyPr/>
        <a:lstStyle/>
        <a:p>
          <a:endParaRPr lang="en-US"/>
        </a:p>
      </dgm:t>
    </dgm:pt>
    <dgm:pt modelId="{1C57CE63-21F4-4F79-BA7B-A33F7629A149}" type="sibTrans" cxnId="{F60CDDAC-0D18-4CD7-B593-2264843C95D5}">
      <dgm:prSet/>
      <dgm:spPr/>
      <dgm:t>
        <a:bodyPr/>
        <a:lstStyle/>
        <a:p>
          <a:endParaRPr lang="en-US"/>
        </a:p>
      </dgm:t>
    </dgm:pt>
    <dgm:pt modelId="{379F042E-7F08-4614-A229-7D3653D6A13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 computer stores data as sequences of 0s and 1s.</a:t>
          </a:r>
        </a:p>
      </dgm:t>
    </dgm:pt>
    <dgm:pt modelId="{8D0EB53A-FEFE-41BB-BB65-42E1E2FBF828}" type="parTrans" cxnId="{6750B112-38F4-4E34-8521-D637FD68E655}">
      <dgm:prSet/>
      <dgm:spPr/>
      <dgm:t>
        <a:bodyPr/>
        <a:lstStyle/>
        <a:p>
          <a:endParaRPr lang="en-US"/>
        </a:p>
      </dgm:t>
    </dgm:pt>
    <dgm:pt modelId="{2883D73C-A3C4-44DB-BB81-AC78CAABEBCB}" type="sibTrans" cxnId="{6750B112-38F4-4E34-8521-D637FD68E655}">
      <dgm:prSet/>
      <dgm:spPr/>
      <dgm:t>
        <a:bodyPr/>
        <a:lstStyle/>
        <a:p>
          <a:endParaRPr lang="en-US"/>
        </a:p>
      </dgm:t>
    </dgm:pt>
    <dgm:pt modelId="{47A1A6CB-2E6F-4A83-ADCE-2C8EE7CD4C6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These are managed using electrical components that can hold a positive or negative charge, functioning like an on/off switch.</a:t>
          </a:r>
        </a:p>
      </dgm:t>
    </dgm:pt>
    <dgm:pt modelId="{2735B492-365D-4199-9F7C-F11109255B38}" type="parTrans" cxnId="{4899F1D6-27E5-4DE1-9F51-401ECF0663AE}">
      <dgm:prSet/>
      <dgm:spPr/>
      <dgm:t>
        <a:bodyPr/>
        <a:lstStyle/>
        <a:p>
          <a:endParaRPr lang="en-US"/>
        </a:p>
      </dgm:t>
    </dgm:pt>
    <dgm:pt modelId="{5783A5D9-B2D3-41E0-97E6-089546716253}" type="sibTrans" cxnId="{4899F1D6-27E5-4DE1-9F51-401ECF0663AE}">
      <dgm:prSet/>
      <dgm:spPr/>
      <dgm:t>
        <a:bodyPr/>
        <a:lstStyle/>
        <a:p>
          <a:endParaRPr lang="en-US"/>
        </a:p>
      </dgm:t>
    </dgm:pt>
    <dgm:pt modelId="{93415849-2B53-49D6-AF87-090943675A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These basic units of data are known as </a:t>
          </a:r>
          <a:r>
            <a:rPr lang="en-US" b="1"/>
            <a:t>bits</a:t>
          </a:r>
          <a:r>
            <a:rPr lang="en-US"/>
            <a:t>.</a:t>
          </a:r>
        </a:p>
      </dgm:t>
    </dgm:pt>
    <dgm:pt modelId="{9A1C58A2-167B-48E8-97D4-4E7BB501DB43}" type="parTrans" cxnId="{D40CA7ED-4601-4DAC-9659-700DA808644D}">
      <dgm:prSet/>
      <dgm:spPr/>
      <dgm:t>
        <a:bodyPr/>
        <a:lstStyle/>
        <a:p>
          <a:endParaRPr lang="en-US"/>
        </a:p>
      </dgm:t>
    </dgm:pt>
    <dgm:pt modelId="{48641D20-33D8-4AB9-8FBF-631FA12520B5}" type="sibTrans" cxnId="{D40CA7ED-4601-4DAC-9659-700DA808644D}">
      <dgm:prSet/>
      <dgm:spPr/>
      <dgm:t>
        <a:bodyPr/>
        <a:lstStyle/>
        <a:p>
          <a:endParaRPr lang="en-US"/>
        </a:p>
      </dgm:t>
    </dgm:pt>
    <dgm:pt modelId="{7BEF86B7-9FA0-4CB0-A452-6A44D43C90FA}" type="pres">
      <dgm:prSet presAssocID="{90119837-5B71-4D44-BB01-DB0B084933C8}" presName="Name0" presStyleCnt="0">
        <dgm:presLayoutVars>
          <dgm:chMax/>
          <dgm:chPref/>
          <dgm:dir/>
        </dgm:presLayoutVars>
      </dgm:prSet>
      <dgm:spPr/>
    </dgm:pt>
    <dgm:pt modelId="{896267CB-6817-4415-B728-C1348CC0F4C5}" type="pres">
      <dgm:prSet presAssocID="{2047E1CE-77BD-4D12-9A87-F9528ECE730B}" presName="parenttextcomposite" presStyleCnt="0"/>
      <dgm:spPr/>
    </dgm:pt>
    <dgm:pt modelId="{15CFCBDF-A617-46D3-8F1E-D6BF26D50363}" type="pres">
      <dgm:prSet presAssocID="{2047E1CE-77BD-4D12-9A87-F9528ECE730B}" presName="parenttext" presStyleLbl="revTx" presStyleIdx="0" presStyleCnt="4">
        <dgm:presLayoutVars>
          <dgm:chMax/>
          <dgm:chPref val="2"/>
          <dgm:bulletEnabled val="1"/>
        </dgm:presLayoutVars>
      </dgm:prSet>
      <dgm:spPr/>
    </dgm:pt>
    <dgm:pt modelId="{44F90AC8-E787-4EC2-B652-03A78CBDFABB}" type="pres">
      <dgm:prSet presAssocID="{2047E1CE-77BD-4D12-9A87-F9528ECE730B}" presName="parallelogramComposite" presStyleCnt="0"/>
      <dgm:spPr/>
    </dgm:pt>
    <dgm:pt modelId="{87BBDE76-B486-4330-9A31-DC251C1512CB}" type="pres">
      <dgm:prSet presAssocID="{2047E1CE-77BD-4D12-9A87-F9528ECE730B}" presName="parallelogram1" presStyleLbl="alignNode1" presStyleIdx="0" presStyleCnt="28"/>
      <dgm:spPr/>
    </dgm:pt>
    <dgm:pt modelId="{7CFB239B-1954-4905-83B4-05D52096F80D}" type="pres">
      <dgm:prSet presAssocID="{2047E1CE-77BD-4D12-9A87-F9528ECE730B}" presName="parallelogram2" presStyleLbl="alignNode1" presStyleIdx="1" presStyleCnt="28"/>
      <dgm:spPr/>
    </dgm:pt>
    <dgm:pt modelId="{70BB5CD6-2603-49EF-AAC5-266575B89585}" type="pres">
      <dgm:prSet presAssocID="{2047E1CE-77BD-4D12-9A87-F9528ECE730B}" presName="parallelogram3" presStyleLbl="alignNode1" presStyleIdx="2" presStyleCnt="28"/>
      <dgm:spPr/>
    </dgm:pt>
    <dgm:pt modelId="{B9CEC40B-8705-4AF6-9C3B-FAC4832449DA}" type="pres">
      <dgm:prSet presAssocID="{2047E1CE-77BD-4D12-9A87-F9528ECE730B}" presName="parallelogram4" presStyleLbl="alignNode1" presStyleIdx="3" presStyleCnt="28"/>
      <dgm:spPr/>
    </dgm:pt>
    <dgm:pt modelId="{345E0713-2D9E-4332-BD92-52FFD6AB464F}" type="pres">
      <dgm:prSet presAssocID="{2047E1CE-77BD-4D12-9A87-F9528ECE730B}" presName="parallelogram5" presStyleLbl="alignNode1" presStyleIdx="4" presStyleCnt="28"/>
      <dgm:spPr/>
    </dgm:pt>
    <dgm:pt modelId="{C59C3871-F9C7-4DF8-8F06-A1F65108B3EC}" type="pres">
      <dgm:prSet presAssocID="{2047E1CE-77BD-4D12-9A87-F9528ECE730B}" presName="parallelogram6" presStyleLbl="alignNode1" presStyleIdx="5" presStyleCnt="28"/>
      <dgm:spPr/>
    </dgm:pt>
    <dgm:pt modelId="{70986D4F-4585-48D4-9543-0B1A2EFF0DF4}" type="pres">
      <dgm:prSet presAssocID="{2047E1CE-77BD-4D12-9A87-F9528ECE730B}" presName="parallelogram7" presStyleLbl="alignNode1" presStyleIdx="6" presStyleCnt="28"/>
      <dgm:spPr/>
    </dgm:pt>
    <dgm:pt modelId="{CA38BC54-FD04-4A02-9354-C4C08AC4F612}" type="pres">
      <dgm:prSet presAssocID="{1C57CE63-21F4-4F79-BA7B-A33F7629A149}" presName="sibTrans" presStyleCnt="0"/>
      <dgm:spPr/>
    </dgm:pt>
    <dgm:pt modelId="{628F4AF0-82EE-487D-83A1-B237C307B9CA}" type="pres">
      <dgm:prSet presAssocID="{379F042E-7F08-4614-A229-7D3653D6A130}" presName="parenttextcomposite" presStyleCnt="0"/>
      <dgm:spPr/>
    </dgm:pt>
    <dgm:pt modelId="{5C56CE16-8D36-494B-88FF-1C020428E669}" type="pres">
      <dgm:prSet presAssocID="{379F042E-7F08-4614-A229-7D3653D6A130}" presName="parenttext" presStyleLbl="revTx" presStyleIdx="1" presStyleCnt="4">
        <dgm:presLayoutVars>
          <dgm:chMax/>
          <dgm:chPref val="2"/>
          <dgm:bulletEnabled val="1"/>
        </dgm:presLayoutVars>
      </dgm:prSet>
      <dgm:spPr/>
    </dgm:pt>
    <dgm:pt modelId="{ED701A55-497A-43EE-8DFC-552EDBB1B6F3}" type="pres">
      <dgm:prSet presAssocID="{379F042E-7F08-4614-A229-7D3653D6A130}" presName="parallelogramComposite" presStyleCnt="0"/>
      <dgm:spPr/>
    </dgm:pt>
    <dgm:pt modelId="{C6652A62-2D70-4795-A20E-0431B55AC8A3}" type="pres">
      <dgm:prSet presAssocID="{379F042E-7F08-4614-A229-7D3653D6A130}" presName="parallelogram1" presStyleLbl="alignNode1" presStyleIdx="7" presStyleCnt="28"/>
      <dgm:spPr/>
    </dgm:pt>
    <dgm:pt modelId="{5FDC2D1B-C6D7-4CE6-9F6D-65A61F2F9958}" type="pres">
      <dgm:prSet presAssocID="{379F042E-7F08-4614-A229-7D3653D6A130}" presName="parallelogram2" presStyleLbl="alignNode1" presStyleIdx="8" presStyleCnt="28"/>
      <dgm:spPr/>
    </dgm:pt>
    <dgm:pt modelId="{98CCF3BE-4A20-4198-BF10-5236197867DB}" type="pres">
      <dgm:prSet presAssocID="{379F042E-7F08-4614-A229-7D3653D6A130}" presName="parallelogram3" presStyleLbl="alignNode1" presStyleIdx="9" presStyleCnt="28"/>
      <dgm:spPr/>
    </dgm:pt>
    <dgm:pt modelId="{B992757A-DAD5-44A1-844D-577406E39BD2}" type="pres">
      <dgm:prSet presAssocID="{379F042E-7F08-4614-A229-7D3653D6A130}" presName="parallelogram4" presStyleLbl="alignNode1" presStyleIdx="10" presStyleCnt="28"/>
      <dgm:spPr/>
    </dgm:pt>
    <dgm:pt modelId="{4A8210F4-FCB2-4324-B216-BE32DC6BE2C2}" type="pres">
      <dgm:prSet presAssocID="{379F042E-7F08-4614-A229-7D3653D6A130}" presName="parallelogram5" presStyleLbl="alignNode1" presStyleIdx="11" presStyleCnt="28"/>
      <dgm:spPr/>
    </dgm:pt>
    <dgm:pt modelId="{DF4FE9ED-F938-4CC7-A435-638498CB1689}" type="pres">
      <dgm:prSet presAssocID="{379F042E-7F08-4614-A229-7D3653D6A130}" presName="parallelogram6" presStyleLbl="alignNode1" presStyleIdx="12" presStyleCnt="28"/>
      <dgm:spPr/>
    </dgm:pt>
    <dgm:pt modelId="{603C3906-C249-4C02-B7A7-BE8378ACEA33}" type="pres">
      <dgm:prSet presAssocID="{379F042E-7F08-4614-A229-7D3653D6A130}" presName="parallelogram7" presStyleLbl="alignNode1" presStyleIdx="13" presStyleCnt="28"/>
      <dgm:spPr/>
    </dgm:pt>
    <dgm:pt modelId="{CCCAB31F-2DEE-4B86-ABD5-4EC7C9A82DAB}" type="pres">
      <dgm:prSet presAssocID="{2883D73C-A3C4-44DB-BB81-AC78CAABEBCB}" presName="sibTrans" presStyleCnt="0"/>
      <dgm:spPr/>
    </dgm:pt>
    <dgm:pt modelId="{1147A137-89E8-440C-99CD-D1EE81819364}" type="pres">
      <dgm:prSet presAssocID="{47A1A6CB-2E6F-4A83-ADCE-2C8EE7CD4C6F}" presName="parenttextcomposite" presStyleCnt="0"/>
      <dgm:spPr/>
    </dgm:pt>
    <dgm:pt modelId="{2AEF9DBF-038B-47CE-A367-AE3721B828D9}" type="pres">
      <dgm:prSet presAssocID="{47A1A6CB-2E6F-4A83-ADCE-2C8EE7CD4C6F}" presName="parenttext" presStyleLbl="revTx" presStyleIdx="2" presStyleCnt="4">
        <dgm:presLayoutVars>
          <dgm:chMax/>
          <dgm:chPref val="2"/>
          <dgm:bulletEnabled val="1"/>
        </dgm:presLayoutVars>
      </dgm:prSet>
      <dgm:spPr/>
    </dgm:pt>
    <dgm:pt modelId="{6678DAAD-A1FD-48F3-B90F-12E559289C34}" type="pres">
      <dgm:prSet presAssocID="{47A1A6CB-2E6F-4A83-ADCE-2C8EE7CD4C6F}" presName="parallelogramComposite" presStyleCnt="0"/>
      <dgm:spPr/>
    </dgm:pt>
    <dgm:pt modelId="{BF9FA297-173F-415C-9E89-0AE94CE77FBE}" type="pres">
      <dgm:prSet presAssocID="{47A1A6CB-2E6F-4A83-ADCE-2C8EE7CD4C6F}" presName="parallelogram1" presStyleLbl="alignNode1" presStyleIdx="14" presStyleCnt="28"/>
      <dgm:spPr/>
    </dgm:pt>
    <dgm:pt modelId="{7C5B0062-A976-4A98-AFFA-D17BBE9233BB}" type="pres">
      <dgm:prSet presAssocID="{47A1A6CB-2E6F-4A83-ADCE-2C8EE7CD4C6F}" presName="parallelogram2" presStyleLbl="alignNode1" presStyleIdx="15" presStyleCnt="28"/>
      <dgm:spPr/>
    </dgm:pt>
    <dgm:pt modelId="{35E75BBA-814F-4FB6-8278-C240098255EA}" type="pres">
      <dgm:prSet presAssocID="{47A1A6CB-2E6F-4A83-ADCE-2C8EE7CD4C6F}" presName="parallelogram3" presStyleLbl="alignNode1" presStyleIdx="16" presStyleCnt="28"/>
      <dgm:spPr/>
    </dgm:pt>
    <dgm:pt modelId="{D9458907-66B6-4D19-8BF6-2CB21F0A51D5}" type="pres">
      <dgm:prSet presAssocID="{47A1A6CB-2E6F-4A83-ADCE-2C8EE7CD4C6F}" presName="parallelogram4" presStyleLbl="alignNode1" presStyleIdx="17" presStyleCnt="28"/>
      <dgm:spPr/>
    </dgm:pt>
    <dgm:pt modelId="{057A3827-9233-413E-A72E-865B37706526}" type="pres">
      <dgm:prSet presAssocID="{47A1A6CB-2E6F-4A83-ADCE-2C8EE7CD4C6F}" presName="parallelogram5" presStyleLbl="alignNode1" presStyleIdx="18" presStyleCnt="28"/>
      <dgm:spPr/>
    </dgm:pt>
    <dgm:pt modelId="{80CC9D2B-26DB-4975-B870-0AEA49ED7B54}" type="pres">
      <dgm:prSet presAssocID="{47A1A6CB-2E6F-4A83-ADCE-2C8EE7CD4C6F}" presName="parallelogram6" presStyleLbl="alignNode1" presStyleIdx="19" presStyleCnt="28"/>
      <dgm:spPr/>
    </dgm:pt>
    <dgm:pt modelId="{E577B682-5F23-44BC-8CF1-BF67EAF41BE0}" type="pres">
      <dgm:prSet presAssocID="{47A1A6CB-2E6F-4A83-ADCE-2C8EE7CD4C6F}" presName="parallelogram7" presStyleLbl="alignNode1" presStyleIdx="20" presStyleCnt="28"/>
      <dgm:spPr/>
    </dgm:pt>
    <dgm:pt modelId="{B048D70A-3CFE-4907-BE41-FDE8BBA76079}" type="pres">
      <dgm:prSet presAssocID="{5783A5D9-B2D3-41E0-97E6-089546716253}" presName="sibTrans" presStyleCnt="0"/>
      <dgm:spPr/>
    </dgm:pt>
    <dgm:pt modelId="{5A26B09B-F3F2-44CC-A0F5-C7F87A3A2031}" type="pres">
      <dgm:prSet presAssocID="{93415849-2B53-49D6-AF87-090943675A29}" presName="parenttextcomposite" presStyleCnt="0"/>
      <dgm:spPr/>
    </dgm:pt>
    <dgm:pt modelId="{0E38ECEC-8554-41B3-9502-51310593DAE6}" type="pres">
      <dgm:prSet presAssocID="{93415849-2B53-49D6-AF87-090943675A29}" presName="parenttext" presStyleLbl="revTx" presStyleIdx="3" presStyleCnt="4">
        <dgm:presLayoutVars>
          <dgm:chMax/>
          <dgm:chPref val="2"/>
          <dgm:bulletEnabled val="1"/>
        </dgm:presLayoutVars>
      </dgm:prSet>
      <dgm:spPr/>
    </dgm:pt>
    <dgm:pt modelId="{79F2A46B-2E84-488A-B7B2-51DCA91F814F}" type="pres">
      <dgm:prSet presAssocID="{93415849-2B53-49D6-AF87-090943675A29}" presName="parallelogramComposite" presStyleCnt="0"/>
      <dgm:spPr/>
    </dgm:pt>
    <dgm:pt modelId="{E5E0EBB1-259C-493E-8186-04A3447CC248}" type="pres">
      <dgm:prSet presAssocID="{93415849-2B53-49D6-AF87-090943675A29}" presName="parallelogram1" presStyleLbl="alignNode1" presStyleIdx="21" presStyleCnt="28"/>
      <dgm:spPr/>
    </dgm:pt>
    <dgm:pt modelId="{FB49B87A-78AA-4479-BE93-59A812E5F685}" type="pres">
      <dgm:prSet presAssocID="{93415849-2B53-49D6-AF87-090943675A29}" presName="parallelogram2" presStyleLbl="alignNode1" presStyleIdx="22" presStyleCnt="28"/>
      <dgm:spPr/>
    </dgm:pt>
    <dgm:pt modelId="{C364CDBC-9044-4245-AA40-EB132AD60C8C}" type="pres">
      <dgm:prSet presAssocID="{93415849-2B53-49D6-AF87-090943675A29}" presName="parallelogram3" presStyleLbl="alignNode1" presStyleIdx="23" presStyleCnt="28"/>
      <dgm:spPr/>
    </dgm:pt>
    <dgm:pt modelId="{F9C2E8F5-4835-47E5-83B4-745D642D72C2}" type="pres">
      <dgm:prSet presAssocID="{93415849-2B53-49D6-AF87-090943675A29}" presName="parallelogram4" presStyleLbl="alignNode1" presStyleIdx="24" presStyleCnt="28"/>
      <dgm:spPr/>
    </dgm:pt>
    <dgm:pt modelId="{6E22BE7A-2EB5-4671-9A5B-E49A847A1C7F}" type="pres">
      <dgm:prSet presAssocID="{93415849-2B53-49D6-AF87-090943675A29}" presName="parallelogram5" presStyleLbl="alignNode1" presStyleIdx="25" presStyleCnt="28"/>
      <dgm:spPr/>
    </dgm:pt>
    <dgm:pt modelId="{75BD7C5B-665B-4717-983B-0E06C51E69ED}" type="pres">
      <dgm:prSet presAssocID="{93415849-2B53-49D6-AF87-090943675A29}" presName="parallelogram6" presStyleLbl="alignNode1" presStyleIdx="26" presStyleCnt="28"/>
      <dgm:spPr/>
    </dgm:pt>
    <dgm:pt modelId="{5BCCA8DD-4877-4848-96F1-74C2C9A3FD1D}" type="pres">
      <dgm:prSet presAssocID="{93415849-2B53-49D6-AF87-090943675A29}" presName="parallelogram7" presStyleLbl="alignNode1" presStyleIdx="27" presStyleCnt="28"/>
      <dgm:spPr/>
    </dgm:pt>
  </dgm:ptLst>
  <dgm:cxnLst>
    <dgm:cxn modelId="{25F40B03-630F-4E9F-889C-7494386B4E91}" type="presOf" srcId="{47A1A6CB-2E6F-4A83-ADCE-2C8EE7CD4C6F}" destId="{2AEF9DBF-038B-47CE-A367-AE3721B828D9}" srcOrd="0" destOrd="0" presId="urn:microsoft.com/office/officeart/2008/layout/VerticalAccentList"/>
    <dgm:cxn modelId="{6750B112-38F4-4E34-8521-D637FD68E655}" srcId="{90119837-5B71-4D44-BB01-DB0B084933C8}" destId="{379F042E-7F08-4614-A229-7D3653D6A130}" srcOrd="1" destOrd="0" parTransId="{8D0EB53A-FEFE-41BB-BB65-42E1E2FBF828}" sibTransId="{2883D73C-A3C4-44DB-BB81-AC78CAABEBCB}"/>
    <dgm:cxn modelId="{6C54B733-73D3-4323-8B9B-C0D7A803B2FE}" type="presOf" srcId="{379F042E-7F08-4614-A229-7D3653D6A130}" destId="{5C56CE16-8D36-494B-88FF-1C020428E669}" srcOrd="0" destOrd="0" presId="urn:microsoft.com/office/officeart/2008/layout/VerticalAccentList"/>
    <dgm:cxn modelId="{B0AA6F3F-EAD5-4092-84BF-0F79666E31E6}" type="presOf" srcId="{93415849-2B53-49D6-AF87-090943675A29}" destId="{0E38ECEC-8554-41B3-9502-51310593DAE6}" srcOrd="0" destOrd="0" presId="urn:microsoft.com/office/officeart/2008/layout/VerticalAccentList"/>
    <dgm:cxn modelId="{5345B275-5587-4396-80A1-309277357C67}" type="presOf" srcId="{90119837-5B71-4D44-BB01-DB0B084933C8}" destId="{7BEF86B7-9FA0-4CB0-A452-6A44D43C90FA}" srcOrd="0" destOrd="0" presId="urn:microsoft.com/office/officeart/2008/layout/VerticalAccentList"/>
    <dgm:cxn modelId="{F60CDDAC-0D18-4CD7-B593-2264843C95D5}" srcId="{90119837-5B71-4D44-BB01-DB0B084933C8}" destId="{2047E1CE-77BD-4D12-9A87-F9528ECE730B}" srcOrd="0" destOrd="0" parTransId="{D7D06ADA-50C3-4460-97E9-68A7F3A5E6A5}" sibTransId="{1C57CE63-21F4-4F79-BA7B-A33F7629A149}"/>
    <dgm:cxn modelId="{4899F1D6-27E5-4DE1-9F51-401ECF0663AE}" srcId="{90119837-5B71-4D44-BB01-DB0B084933C8}" destId="{47A1A6CB-2E6F-4A83-ADCE-2C8EE7CD4C6F}" srcOrd="2" destOrd="0" parTransId="{2735B492-365D-4199-9F7C-F11109255B38}" sibTransId="{5783A5D9-B2D3-41E0-97E6-089546716253}"/>
    <dgm:cxn modelId="{D40CA7ED-4601-4DAC-9659-700DA808644D}" srcId="{90119837-5B71-4D44-BB01-DB0B084933C8}" destId="{93415849-2B53-49D6-AF87-090943675A29}" srcOrd="3" destOrd="0" parTransId="{9A1C58A2-167B-48E8-97D4-4E7BB501DB43}" sibTransId="{48641D20-33D8-4AB9-8FBF-631FA12520B5}"/>
    <dgm:cxn modelId="{FB3F8EF9-9787-4B62-B7F6-CA8DFB3F0678}" type="presOf" srcId="{2047E1CE-77BD-4D12-9A87-F9528ECE730B}" destId="{15CFCBDF-A617-46D3-8F1E-D6BF26D50363}" srcOrd="0" destOrd="0" presId="urn:microsoft.com/office/officeart/2008/layout/VerticalAccentList"/>
    <dgm:cxn modelId="{8EBF4A83-B7F7-4261-AF99-D699A4421463}" type="presParOf" srcId="{7BEF86B7-9FA0-4CB0-A452-6A44D43C90FA}" destId="{896267CB-6817-4415-B728-C1348CC0F4C5}" srcOrd="0" destOrd="0" presId="urn:microsoft.com/office/officeart/2008/layout/VerticalAccentList"/>
    <dgm:cxn modelId="{D632F666-68BE-4231-8755-3755F1C3E99B}" type="presParOf" srcId="{896267CB-6817-4415-B728-C1348CC0F4C5}" destId="{15CFCBDF-A617-46D3-8F1E-D6BF26D50363}" srcOrd="0" destOrd="0" presId="urn:microsoft.com/office/officeart/2008/layout/VerticalAccentList"/>
    <dgm:cxn modelId="{B56E632D-203C-4C14-827E-6273E6D715CF}" type="presParOf" srcId="{7BEF86B7-9FA0-4CB0-A452-6A44D43C90FA}" destId="{44F90AC8-E787-4EC2-B652-03A78CBDFABB}" srcOrd="1" destOrd="0" presId="urn:microsoft.com/office/officeart/2008/layout/VerticalAccentList"/>
    <dgm:cxn modelId="{C162D851-1581-4845-A540-6C5756B718F4}" type="presParOf" srcId="{44F90AC8-E787-4EC2-B652-03A78CBDFABB}" destId="{87BBDE76-B486-4330-9A31-DC251C1512CB}" srcOrd="0" destOrd="0" presId="urn:microsoft.com/office/officeart/2008/layout/VerticalAccentList"/>
    <dgm:cxn modelId="{4983C181-40D2-47D0-8055-50B17D83FFEA}" type="presParOf" srcId="{44F90AC8-E787-4EC2-B652-03A78CBDFABB}" destId="{7CFB239B-1954-4905-83B4-05D52096F80D}" srcOrd="1" destOrd="0" presId="urn:microsoft.com/office/officeart/2008/layout/VerticalAccentList"/>
    <dgm:cxn modelId="{ED077870-F81D-4EB5-8CE7-B1C056F7BDFA}" type="presParOf" srcId="{44F90AC8-E787-4EC2-B652-03A78CBDFABB}" destId="{70BB5CD6-2603-49EF-AAC5-266575B89585}" srcOrd="2" destOrd="0" presId="urn:microsoft.com/office/officeart/2008/layout/VerticalAccentList"/>
    <dgm:cxn modelId="{4C1D95D1-E3EF-4EE7-91A5-EB673BE03991}" type="presParOf" srcId="{44F90AC8-E787-4EC2-B652-03A78CBDFABB}" destId="{B9CEC40B-8705-4AF6-9C3B-FAC4832449DA}" srcOrd="3" destOrd="0" presId="urn:microsoft.com/office/officeart/2008/layout/VerticalAccentList"/>
    <dgm:cxn modelId="{2084F979-EAEC-4670-AFAD-7A99EA07EF7A}" type="presParOf" srcId="{44F90AC8-E787-4EC2-B652-03A78CBDFABB}" destId="{345E0713-2D9E-4332-BD92-52FFD6AB464F}" srcOrd="4" destOrd="0" presId="urn:microsoft.com/office/officeart/2008/layout/VerticalAccentList"/>
    <dgm:cxn modelId="{C62A3347-5BAB-4072-8053-95C619BA58DA}" type="presParOf" srcId="{44F90AC8-E787-4EC2-B652-03A78CBDFABB}" destId="{C59C3871-F9C7-4DF8-8F06-A1F65108B3EC}" srcOrd="5" destOrd="0" presId="urn:microsoft.com/office/officeart/2008/layout/VerticalAccentList"/>
    <dgm:cxn modelId="{83F261DF-D805-4C97-BBA3-A53BC71A00BC}" type="presParOf" srcId="{44F90AC8-E787-4EC2-B652-03A78CBDFABB}" destId="{70986D4F-4585-48D4-9543-0B1A2EFF0DF4}" srcOrd="6" destOrd="0" presId="urn:microsoft.com/office/officeart/2008/layout/VerticalAccentList"/>
    <dgm:cxn modelId="{560A1267-9427-4AD3-8890-E91ABBC6FE04}" type="presParOf" srcId="{7BEF86B7-9FA0-4CB0-A452-6A44D43C90FA}" destId="{CA38BC54-FD04-4A02-9354-C4C08AC4F612}" srcOrd="2" destOrd="0" presId="urn:microsoft.com/office/officeart/2008/layout/VerticalAccentList"/>
    <dgm:cxn modelId="{A4D9906E-70C1-4094-A0B8-592168D384EE}" type="presParOf" srcId="{7BEF86B7-9FA0-4CB0-A452-6A44D43C90FA}" destId="{628F4AF0-82EE-487D-83A1-B237C307B9CA}" srcOrd="3" destOrd="0" presId="urn:microsoft.com/office/officeart/2008/layout/VerticalAccentList"/>
    <dgm:cxn modelId="{FF3F8981-52C7-47FC-9968-000CF8BE85E4}" type="presParOf" srcId="{628F4AF0-82EE-487D-83A1-B237C307B9CA}" destId="{5C56CE16-8D36-494B-88FF-1C020428E669}" srcOrd="0" destOrd="0" presId="urn:microsoft.com/office/officeart/2008/layout/VerticalAccentList"/>
    <dgm:cxn modelId="{56F63CFA-3B28-46DD-ADBB-06C9ED19F7B9}" type="presParOf" srcId="{7BEF86B7-9FA0-4CB0-A452-6A44D43C90FA}" destId="{ED701A55-497A-43EE-8DFC-552EDBB1B6F3}" srcOrd="4" destOrd="0" presId="urn:microsoft.com/office/officeart/2008/layout/VerticalAccentList"/>
    <dgm:cxn modelId="{3FD73CA4-A1B6-423A-A422-D43B545E3387}" type="presParOf" srcId="{ED701A55-497A-43EE-8DFC-552EDBB1B6F3}" destId="{C6652A62-2D70-4795-A20E-0431B55AC8A3}" srcOrd="0" destOrd="0" presId="urn:microsoft.com/office/officeart/2008/layout/VerticalAccentList"/>
    <dgm:cxn modelId="{53A5ACA7-AC85-49D8-B22D-94372ADAA00F}" type="presParOf" srcId="{ED701A55-497A-43EE-8DFC-552EDBB1B6F3}" destId="{5FDC2D1B-C6D7-4CE6-9F6D-65A61F2F9958}" srcOrd="1" destOrd="0" presId="urn:microsoft.com/office/officeart/2008/layout/VerticalAccentList"/>
    <dgm:cxn modelId="{27C7858B-053D-45D2-81D4-27D20F67FA04}" type="presParOf" srcId="{ED701A55-497A-43EE-8DFC-552EDBB1B6F3}" destId="{98CCF3BE-4A20-4198-BF10-5236197867DB}" srcOrd="2" destOrd="0" presId="urn:microsoft.com/office/officeart/2008/layout/VerticalAccentList"/>
    <dgm:cxn modelId="{ED51BAEE-E951-406B-BC54-6CD7BA4D9004}" type="presParOf" srcId="{ED701A55-497A-43EE-8DFC-552EDBB1B6F3}" destId="{B992757A-DAD5-44A1-844D-577406E39BD2}" srcOrd="3" destOrd="0" presId="urn:microsoft.com/office/officeart/2008/layout/VerticalAccentList"/>
    <dgm:cxn modelId="{F802EF11-6D85-4C01-BE4D-1B31C713AFE8}" type="presParOf" srcId="{ED701A55-497A-43EE-8DFC-552EDBB1B6F3}" destId="{4A8210F4-FCB2-4324-B216-BE32DC6BE2C2}" srcOrd="4" destOrd="0" presId="urn:microsoft.com/office/officeart/2008/layout/VerticalAccentList"/>
    <dgm:cxn modelId="{125348A9-E184-46DD-83C8-F97931FD1B6C}" type="presParOf" srcId="{ED701A55-497A-43EE-8DFC-552EDBB1B6F3}" destId="{DF4FE9ED-F938-4CC7-A435-638498CB1689}" srcOrd="5" destOrd="0" presId="urn:microsoft.com/office/officeart/2008/layout/VerticalAccentList"/>
    <dgm:cxn modelId="{14384822-0E7D-4293-8864-1B199B9AE46C}" type="presParOf" srcId="{ED701A55-497A-43EE-8DFC-552EDBB1B6F3}" destId="{603C3906-C249-4C02-B7A7-BE8378ACEA33}" srcOrd="6" destOrd="0" presId="urn:microsoft.com/office/officeart/2008/layout/VerticalAccentList"/>
    <dgm:cxn modelId="{DE763E38-0D55-49B9-8849-444803C293CA}" type="presParOf" srcId="{7BEF86B7-9FA0-4CB0-A452-6A44D43C90FA}" destId="{CCCAB31F-2DEE-4B86-ABD5-4EC7C9A82DAB}" srcOrd="5" destOrd="0" presId="urn:microsoft.com/office/officeart/2008/layout/VerticalAccentList"/>
    <dgm:cxn modelId="{0FD2677E-81FF-4266-903A-3D07E96E3607}" type="presParOf" srcId="{7BEF86B7-9FA0-4CB0-A452-6A44D43C90FA}" destId="{1147A137-89E8-440C-99CD-D1EE81819364}" srcOrd="6" destOrd="0" presId="urn:microsoft.com/office/officeart/2008/layout/VerticalAccentList"/>
    <dgm:cxn modelId="{BCFAB528-7022-414E-BB09-F54F1EDDB4E2}" type="presParOf" srcId="{1147A137-89E8-440C-99CD-D1EE81819364}" destId="{2AEF9DBF-038B-47CE-A367-AE3721B828D9}" srcOrd="0" destOrd="0" presId="urn:microsoft.com/office/officeart/2008/layout/VerticalAccentList"/>
    <dgm:cxn modelId="{C0C82497-C910-4A4D-ABCD-0D2CE7EDAAB6}" type="presParOf" srcId="{7BEF86B7-9FA0-4CB0-A452-6A44D43C90FA}" destId="{6678DAAD-A1FD-48F3-B90F-12E559289C34}" srcOrd="7" destOrd="0" presId="urn:microsoft.com/office/officeart/2008/layout/VerticalAccentList"/>
    <dgm:cxn modelId="{449C5547-B74B-462F-8DDE-80FDA0F83E22}" type="presParOf" srcId="{6678DAAD-A1FD-48F3-B90F-12E559289C34}" destId="{BF9FA297-173F-415C-9E89-0AE94CE77FBE}" srcOrd="0" destOrd="0" presId="urn:microsoft.com/office/officeart/2008/layout/VerticalAccentList"/>
    <dgm:cxn modelId="{0132AE17-FDA5-432F-8AAE-14E16DB8ACBE}" type="presParOf" srcId="{6678DAAD-A1FD-48F3-B90F-12E559289C34}" destId="{7C5B0062-A976-4A98-AFFA-D17BBE9233BB}" srcOrd="1" destOrd="0" presId="urn:microsoft.com/office/officeart/2008/layout/VerticalAccentList"/>
    <dgm:cxn modelId="{21229B00-AD81-454F-B21F-DA198790555B}" type="presParOf" srcId="{6678DAAD-A1FD-48F3-B90F-12E559289C34}" destId="{35E75BBA-814F-4FB6-8278-C240098255EA}" srcOrd="2" destOrd="0" presId="urn:microsoft.com/office/officeart/2008/layout/VerticalAccentList"/>
    <dgm:cxn modelId="{FCF2F222-CAEA-4950-952E-E35E36E454E3}" type="presParOf" srcId="{6678DAAD-A1FD-48F3-B90F-12E559289C34}" destId="{D9458907-66B6-4D19-8BF6-2CB21F0A51D5}" srcOrd="3" destOrd="0" presId="urn:microsoft.com/office/officeart/2008/layout/VerticalAccentList"/>
    <dgm:cxn modelId="{35004491-CE77-40E1-A364-CDE23BE2CC89}" type="presParOf" srcId="{6678DAAD-A1FD-48F3-B90F-12E559289C34}" destId="{057A3827-9233-413E-A72E-865B37706526}" srcOrd="4" destOrd="0" presId="urn:microsoft.com/office/officeart/2008/layout/VerticalAccentList"/>
    <dgm:cxn modelId="{56273108-6ABC-4D74-A531-CF8A98F7F7FE}" type="presParOf" srcId="{6678DAAD-A1FD-48F3-B90F-12E559289C34}" destId="{80CC9D2B-26DB-4975-B870-0AEA49ED7B54}" srcOrd="5" destOrd="0" presId="urn:microsoft.com/office/officeart/2008/layout/VerticalAccentList"/>
    <dgm:cxn modelId="{639C9846-F09F-46B9-8A7A-E70078030921}" type="presParOf" srcId="{6678DAAD-A1FD-48F3-B90F-12E559289C34}" destId="{E577B682-5F23-44BC-8CF1-BF67EAF41BE0}" srcOrd="6" destOrd="0" presId="urn:microsoft.com/office/officeart/2008/layout/VerticalAccentList"/>
    <dgm:cxn modelId="{C2B364BA-6F75-4DE9-9A49-1FC34CFCEC94}" type="presParOf" srcId="{7BEF86B7-9FA0-4CB0-A452-6A44D43C90FA}" destId="{B048D70A-3CFE-4907-BE41-FDE8BBA76079}" srcOrd="8" destOrd="0" presId="urn:microsoft.com/office/officeart/2008/layout/VerticalAccentList"/>
    <dgm:cxn modelId="{A0B659C3-2909-4CCE-937E-B8C58B3882F2}" type="presParOf" srcId="{7BEF86B7-9FA0-4CB0-A452-6A44D43C90FA}" destId="{5A26B09B-F3F2-44CC-A0F5-C7F87A3A2031}" srcOrd="9" destOrd="0" presId="urn:microsoft.com/office/officeart/2008/layout/VerticalAccentList"/>
    <dgm:cxn modelId="{BB8DB112-06F5-45C3-B074-8A6DC50D6F70}" type="presParOf" srcId="{5A26B09B-F3F2-44CC-A0F5-C7F87A3A2031}" destId="{0E38ECEC-8554-41B3-9502-51310593DAE6}" srcOrd="0" destOrd="0" presId="urn:microsoft.com/office/officeart/2008/layout/VerticalAccentList"/>
    <dgm:cxn modelId="{C3AA549B-C50D-409C-8636-7987DAC2CD85}" type="presParOf" srcId="{7BEF86B7-9FA0-4CB0-A452-6A44D43C90FA}" destId="{79F2A46B-2E84-488A-B7B2-51DCA91F814F}" srcOrd="10" destOrd="0" presId="urn:microsoft.com/office/officeart/2008/layout/VerticalAccentList"/>
    <dgm:cxn modelId="{5016738A-B005-43A1-85DF-54050F8CF6C3}" type="presParOf" srcId="{79F2A46B-2E84-488A-B7B2-51DCA91F814F}" destId="{E5E0EBB1-259C-493E-8186-04A3447CC248}" srcOrd="0" destOrd="0" presId="urn:microsoft.com/office/officeart/2008/layout/VerticalAccentList"/>
    <dgm:cxn modelId="{4864D939-8F5B-4479-93EA-29DA90F39F52}" type="presParOf" srcId="{79F2A46B-2E84-488A-B7B2-51DCA91F814F}" destId="{FB49B87A-78AA-4479-BE93-59A812E5F685}" srcOrd="1" destOrd="0" presId="urn:microsoft.com/office/officeart/2008/layout/VerticalAccentList"/>
    <dgm:cxn modelId="{228DB45E-BA53-495F-8EB5-73D3A6A3CA63}" type="presParOf" srcId="{79F2A46B-2E84-488A-B7B2-51DCA91F814F}" destId="{C364CDBC-9044-4245-AA40-EB132AD60C8C}" srcOrd="2" destOrd="0" presId="urn:microsoft.com/office/officeart/2008/layout/VerticalAccentList"/>
    <dgm:cxn modelId="{C4578BBB-BB5A-4EA3-8679-88E5E0CA8128}" type="presParOf" srcId="{79F2A46B-2E84-488A-B7B2-51DCA91F814F}" destId="{F9C2E8F5-4835-47E5-83B4-745D642D72C2}" srcOrd="3" destOrd="0" presId="urn:microsoft.com/office/officeart/2008/layout/VerticalAccentList"/>
    <dgm:cxn modelId="{80D55378-1C44-4FBB-BD5E-DA14B589003B}" type="presParOf" srcId="{79F2A46B-2E84-488A-B7B2-51DCA91F814F}" destId="{6E22BE7A-2EB5-4671-9A5B-E49A847A1C7F}" srcOrd="4" destOrd="0" presId="urn:microsoft.com/office/officeart/2008/layout/VerticalAccentList"/>
    <dgm:cxn modelId="{C4D01C4F-49B4-47EF-816E-7CEC915BEF54}" type="presParOf" srcId="{79F2A46B-2E84-488A-B7B2-51DCA91F814F}" destId="{75BD7C5B-665B-4717-983B-0E06C51E69ED}" srcOrd="5" destOrd="0" presId="urn:microsoft.com/office/officeart/2008/layout/VerticalAccentList"/>
    <dgm:cxn modelId="{4A5D1EC0-D147-4F83-A569-67990D457C80}" type="presParOf" srcId="{79F2A46B-2E84-488A-B7B2-51DCA91F814F}" destId="{5BCCA8DD-4877-4848-96F1-74C2C9A3FD1D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C39754-FB9C-4DB5-93E9-BB6762A0F987}" type="pres">
      <dgm:prSet presAssocID="{90119837-5B71-4D44-BB01-DB0B084933C8}" presName="linearFlow" presStyleCnt="0">
        <dgm:presLayoutVars>
          <dgm:dir/>
          <dgm:resizeHandles val="exact"/>
        </dgm:presLayoutVars>
      </dgm:prSet>
      <dgm:spPr/>
    </dgm:pt>
  </dgm:ptLst>
  <dgm:cxnLst>
    <dgm:cxn modelId="{4901B6F9-7F6F-4376-A333-D7EFC4494CDA}" type="presOf" srcId="{90119837-5B71-4D44-BB01-DB0B084933C8}" destId="{CCC39754-FB9C-4DB5-93E9-BB6762A0F987}" srcOrd="0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A4C80-F18E-4013-AFC8-4593D0B7CF80}">
      <dsp:nvSpPr>
        <dsp:cNvPr id="0" name=""/>
        <dsp:cNvSpPr/>
      </dsp:nvSpPr>
      <dsp:spPr>
        <a:xfrm>
          <a:off x="991" y="0"/>
          <a:ext cx="2579015" cy="54172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800" kern="1200" dirty="0"/>
            <a:t>Software</a:t>
          </a:r>
          <a:endParaRPr lang="en-US" sz="3800" dirty="0"/>
        </a:p>
      </dsp:txBody>
      <dsp:txXfrm>
        <a:off x="991" y="0"/>
        <a:ext cx="2579015" cy="1625176"/>
      </dsp:txXfrm>
    </dsp:sp>
    <dsp:sp modelId="{E91E8C5D-354C-4A14-931F-D622CA15D208}">
      <dsp:nvSpPr>
        <dsp:cNvPr id="0" name=""/>
        <dsp:cNvSpPr/>
      </dsp:nvSpPr>
      <dsp:spPr>
        <a:xfrm>
          <a:off x="258893" y="1625176"/>
          <a:ext cx="2063212" cy="3521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kern="1200" dirty="0"/>
            <a:t>Controls </a:t>
          </a:r>
          <a:r>
            <a:rPr lang="en-US" altLang="en-US" sz="1700" kern="1200" dirty="0" err="1"/>
            <a:t>everythcomputering</a:t>
          </a:r>
          <a:r>
            <a:rPr lang="en-US" altLang="en-US" sz="1700" kern="1200" dirty="0"/>
            <a:t> the does</a:t>
          </a:r>
          <a:endParaRPr lang="en-US" sz="1700" dirty="0"/>
        </a:p>
      </dsp:txBody>
      <dsp:txXfrm>
        <a:off x="319322" y="1685605"/>
        <a:ext cx="1942354" cy="3400358"/>
      </dsp:txXfrm>
    </dsp:sp>
    <dsp:sp modelId="{FE4AAB70-B979-4C54-9306-D0E179CEFD3D}">
      <dsp:nvSpPr>
        <dsp:cNvPr id="0" name=""/>
        <dsp:cNvSpPr/>
      </dsp:nvSpPr>
      <dsp:spPr>
        <a:xfrm>
          <a:off x="2773433" y="0"/>
          <a:ext cx="2579015" cy="54172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800" u="none" kern="1200" dirty="0"/>
            <a:t>Application software</a:t>
          </a:r>
        </a:p>
      </dsp:txBody>
      <dsp:txXfrm>
        <a:off x="2773433" y="0"/>
        <a:ext cx="2579015" cy="1625176"/>
      </dsp:txXfrm>
    </dsp:sp>
    <dsp:sp modelId="{2C2F8007-9538-4ADB-BFAE-EBE75F3ECDA1}">
      <dsp:nvSpPr>
        <dsp:cNvPr id="0" name=""/>
        <dsp:cNvSpPr/>
      </dsp:nvSpPr>
      <dsp:spPr>
        <a:xfrm>
          <a:off x="3031335" y="1626763"/>
          <a:ext cx="2063212" cy="16333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kern="1200" dirty="0"/>
            <a:t>Programs that make computer useful for every day tasks</a:t>
          </a:r>
        </a:p>
      </dsp:txBody>
      <dsp:txXfrm>
        <a:off x="3079175" y="1674603"/>
        <a:ext cx="1967532" cy="1537696"/>
      </dsp:txXfrm>
    </dsp:sp>
    <dsp:sp modelId="{31D13F3C-09E1-4612-A6AC-3F8F6A20F725}">
      <dsp:nvSpPr>
        <dsp:cNvPr id="0" name=""/>
        <dsp:cNvSpPr/>
      </dsp:nvSpPr>
      <dsp:spPr>
        <a:xfrm>
          <a:off x="3031335" y="3511429"/>
          <a:ext cx="2063212" cy="16333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kern="1200" dirty="0"/>
            <a:t>Examples: word processing, email, games, Web browsers, web services</a:t>
          </a:r>
        </a:p>
      </dsp:txBody>
      <dsp:txXfrm>
        <a:off x="3079175" y="3559269"/>
        <a:ext cx="1967532" cy="1537696"/>
      </dsp:txXfrm>
    </dsp:sp>
    <dsp:sp modelId="{9987D641-44AD-4F85-983E-CEDCF2ABD1F2}">
      <dsp:nvSpPr>
        <dsp:cNvPr id="0" name=""/>
        <dsp:cNvSpPr/>
      </dsp:nvSpPr>
      <dsp:spPr>
        <a:xfrm>
          <a:off x="5545875" y="0"/>
          <a:ext cx="2579015" cy="54172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800" kern="1200" dirty="0"/>
            <a:t>System Software</a:t>
          </a:r>
        </a:p>
      </dsp:txBody>
      <dsp:txXfrm>
        <a:off x="5545875" y="0"/>
        <a:ext cx="2579015" cy="1625176"/>
      </dsp:txXfrm>
    </dsp:sp>
    <dsp:sp modelId="{0AE2D023-8096-41C4-869B-CE3F19B1C625}">
      <dsp:nvSpPr>
        <dsp:cNvPr id="0" name=""/>
        <dsp:cNvSpPr/>
      </dsp:nvSpPr>
      <dsp:spPr>
        <a:xfrm>
          <a:off x="5803777" y="1626763"/>
          <a:ext cx="2063212" cy="16333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kern="1200"/>
            <a:t>Operating </a:t>
          </a:r>
          <a:r>
            <a:rPr lang="en-US" altLang="en-US" sz="1700" kern="1200" dirty="0"/>
            <a:t>system</a:t>
          </a:r>
        </a:p>
      </dsp:txBody>
      <dsp:txXfrm>
        <a:off x="5851617" y="1674603"/>
        <a:ext cx="1967532" cy="1537696"/>
      </dsp:txXfrm>
    </dsp:sp>
    <dsp:sp modelId="{C2E284C6-3B09-4817-8E3A-7710633BA487}">
      <dsp:nvSpPr>
        <dsp:cNvPr id="0" name=""/>
        <dsp:cNvSpPr/>
      </dsp:nvSpPr>
      <dsp:spPr>
        <a:xfrm>
          <a:off x="5803777" y="3511429"/>
          <a:ext cx="2063212" cy="16333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kern="1200"/>
            <a:t>Utility Program</a:t>
          </a:r>
          <a:endParaRPr lang="en-US" altLang="en-US" sz="1700" kern="1200" dirty="0"/>
        </a:p>
      </dsp:txBody>
      <dsp:txXfrm>
        <a:off x="5851617" y="3559269"/>
        <a:ext cx="1967532" cy="15376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FCBDF-A617-46D3-8F1E-D6BF26D50363}">
      <dsp:nvSpPr>
        <dsp:cNvPr id="0" name=""/>
        <dsp:cNvSpPr/>
      </dsp:nvSpPr>
      <dsp:spPr>
        <a:xfrm>
          <a:off x="541020" y="446063"/>
          <a:ext cx="9738360" cy="885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Raw Facts</a:t>
          </a:r>
          <a:endParaRPr lang="en-US" sz="2400" kern="1200" dirty="0"/>
        </a:p>
      </dsp:txBody>
      <dsp:txXfrm>
        <a:off x="541020" y="446063"/>
        <a:ext cx="9738360" cy="885305"/>
      </dsp:txXfrm>
    </dsp:sp>
    <dsp:sp modelId="{87BBDE76-B486-4330-9A31-DC251C1512CB}">
      <dsp:nvSpPr>
        <dsp:cNvPr id="0" name=""/>
        <dsp:cNvSpPr/>
      </dsp:nvSpPr>
      <dsp:spPr>
        <a:xfrm>
          <a:off x="541020" y="1331369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B239B-1954-4905-83B4-05D52096F80D}">
      <dsp:nvSpPr>
        <dsp:cNvPr id="0" name=""/>
        <dsp:cNvSpPr/>
      </dsp:nvSpPr>
      <dsp:spPr>
        <a:xfrm>
          <a:off x="1915210" y="1331369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B5CD6-2603-49EF-AAC5-266575B89585}">
      <dsp:nvSpPr>
        <dsp:cNvPr id="0" name=""/>
        <dsp:cNvSpPr/>
      </dsp:nvSpPr>
      <dsp:spPr>
        <a:xfrm>
          <a:off x="3289401" y="1331369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EC40B-8705-4AF6-9C3B-FAC4832449DA}">
      <dsp:nvSpPr>
        <dsp:cNvPr id="0" name=""/>
        <dsp:cNvSpPr/>
      </dsp:nvSpPr>
      <dsp:spPr>
        <a:xfrm>
          <a:off x="4663592" y="1331369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E0713-2D9E-4332-BD92-52FFD6AB464F}">
      <dsp:nvSpPr>
        <dsp:cNvPr id="0" name=""/>
        <dsp:cNvSpPr/>
      </dsp:nvSpPr>
      <dsp:spPr>
        <a:xfrm>
          <a:off x="6037783" y="1331369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C3871-F9C7-4DF8-8F06-A1F65108B3EC}">
      <dsp:nvSpPr>
        <dsp:cNvPr id="0" name=""/>
        <dsp:cNvSpPr/>
      </dsp:nvSpPr>
      <dsp:spPr>
        <a:xfrm>
          <a:off x="7411974" y="1331369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86D4F-4585-48D4-9543-0B1A2EFF0DF4}">
      <dsp:nvSpPr>
        <dsp:cNvPr id="0" name=""/>
        <dsp:cNvSpPr/>
      </dsp:nvSpPr>
      <dsp:spPr>
        <a:xfrm>
          <a:off x="8786164" y="1331369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6CE16-8D36-494B-88FF-1C020428E669}">
      <dsp:nvSpPr>
        <dsp:cNvPr id="0" name=""/>
        <dsp:cNvSpPr/>
      </dsp:nvSpPr>
      <dsp:spPr>
        <a:xfrm>
          <a:off x="541020" y="1660521"/>
          <a:ext cx="9738360" cy="885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/>
            <a:t>A computer stores data as sequences of 0s and 1s.</a:t>
          </a:r>
        </a:p>
      </dsp:txBody>
      <dsp:txXfrm>
        <a:off x="541020" y="1660521"/>
        <a:ext cx="9738360" cy="885305"/>
      </dsp:txXfrm>
    </dsp:sp>
    <dsp:sp modelId="{C6652A62-2D70-4795-A20E-0431B55AC8A3}">
      <dsp:nvSpPr>
        <dsp:cNvPr id="0" name=""/>
        <dsp:cNvSpPr/>
      </dsp:nvSpPr>
      <dsp:spPr>
        <a:xfrm>
          <a:off x="541020" y="2545826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C2D1B-C6D7-4CE6-9F6D-65A61F2F9958}">
      <dsp:nvSpPr>
        <dsp:cNvPr id="0" name=""/>
        <dsp:cNvSpPr/>
      </dsp:nvSpPr>
      <dsp:spPr>
        <a:xfrm>
          <a:off x="1915210" y="2545826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CF3BE-4A20-4198-BF10-5236197867DB}">
      <dsp:nvSpPr>
        <dsp:cNvPr id="0" name=""/>
        <dsp:cNvSpPr/>
      </dsp:nvSpPr>
      <dsp:spPr>
        <a:xfrm>
          <a:off x="3289401" y="2545826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92757A-DAD5-44A1-844D-577406E39BD2}">
      <dsp:nvSpPr>
        <dsp:cNvPr id="0" name=""/>
        <dsp:cNvSpPr/>
      </dsp:nvSpPr>
      <dsp:spPr>
        <a:xfrm>
          <a:off x="4663592" y="2545826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210F4-FCB2-4324-B216-BE32DC6BE2C2}">
      <dsp:nvSpPr>
        <dsp:cNvPr id="0" name=""/>
        <dsp:cNvSpPr/>
      </dsp:nvSpPr>
      <dsp:spPr>
        <a:xfrm>
          <a:off x="6037783" y="2545826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FE9ED-F938-4CC7-A435-638498CB1689}">
      <dsp:nvSpPr>
        <dsp:cNvPr id="0" name=""/>
        <dsp:cNvSpPr/>
      </dsp:nvSpPr>
      <dsp:spPr>
        <a:xfrm>
          <a:off x="7411974" y="2545826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C3906-C249-4C02-B7A7-BE8378ACEA33}">
      <dsp:nvSpPr>
        <dsp:cNvPr id="0" name=""/>
        <dsp:cNvSpPr/>
      </dsp:nvSpPr>
      <dsp:spPr>
        <a:xfrm>
          <a:off x="8786164" y="2545826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F9DBF-038B-47CE-A367-AE3721B828D9}">
      <dsp:nvSpPr>
        <dsp:cNvPr id="0" name=""/>
        <dsp:cNvSpPr/>
      </dsp:nvSpPr>
      <dsp:spPr>
        <a:xfrm>
          <a:off x="541020" y="2874979"/>
          <a:ext cx="9738360" cy="885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/>
            <a:t>These are managed using electrical components that can hold a positive or negative charge, functioning like an on/off switch.</a:t>
          </a:r>
        </a:p>
      </dsp:txBody>
      <dsp:txXfrm>
        <a:off x="541020" y="2874979"/>
        <a:ext cx="9738360" cy="885305"/>
      </dsp:txXfrm>
    </dsp:sp>
    <dsp:sp modelId="{BF9FA297-173F-415C-9E89-0AE94CE77FBE}">
      <dsp:nvSpPr>
        <dsp:cNvPr id="0" name=""/>
        <dsp:cNvSpPr/>
      </dsp:nvSpPr>
      <dsp:spPr>
        <a:xfrm>
          <a:off x="541020" y="3760284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5B0062-A976-4A98-AFFA-D17BBE9233BB}">
      <dsp:nvSpPr>
        <dsp:cNvPr id="0" name=""/>
        <dsp:cNvSpPr/>
      </dsp:nvSpPr>
      <dsp:spPr>
        <a:xfrm>
          <a:off x="1915210" y="3760284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75BBA-814F-4FB6-8278-C240098255EA}">
      <dsp:nvSpPr>
        <dsp:cNvPr id="0" name=""/>
        <dsp:cNvSpPr/>
      </dsp:nvSpPr>
      <dsp:spPr>
        <a:xfrm>
          <a:off x="3289401" y="3760284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458907-66B6-4D19-8BF6-2CB21F0A51D5}">
      <dsp:nvSpPr>
        <dsp:cNvPr id="0" name=""/>
        <dsp:cNvSpPr/>
      </dsp:nvSpPr>
      <dsp:spPr>
        <a:xfrm>
          <a:off x="4663592" y="3760284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A3827-9233-413E-A72E-865B37706526}">
      <dsp:nvSpPr>
        <dsp:cNvPr id="0" name=""/>
        <dsp:cNvSpPr/>
      </dsp:nvSpPr>
      <dsp:spPr>
        <a:xfrm>
          <a:off x="6037783" y="3760284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C9D2B-26DB-4975-B870-0AEA49ED7B54}">
      <dsp:nvSpPr>
        <dsp:cNvPr id="0" name=""/>
        <dsp:cNvSpPr/>
      </dsp:nvSpPr>
      <dsp:spPr>
        <a:xfrm>
          <a:off x="7411974" y="3760284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7B682-5F23-44BC-8CF1-BF67EAF41BE0}">
      <dsp:nvSpPr>
        <dsp:cNvPr id="0" name=""/>
        <dsp:cNvSpPr/>
      </dsp:nvSpPr>
      <dsp:spPr>
        <a:xfrm>
          <a:off x="8786164" y="3760284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8ECEC-8554-41B3-9502-51310593DAE6}">
      <dsp:nvSpPr>
        <dsp:cNvPr id="0" name=""/>
        <dsp:cNvSpPr/>
      </dsp:nvSpPr>
      <dsp:spPr>
        <a:xfrm>
          <a:off x="541020" y="4089436"/>
          <a:ext cx="9738360" cy="885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/>
            <a:t>These basic units of data are known as </a:t>
          </a:r>
          <a:r>
            <a:rPr lang="en-US" sz="2400" b="1" kern="1200"/>
            <a:t>bits</a:t>
          </a:r>
          <a:r>
            <a:rPr lang="en-US" sz="2400" kern="1200"/>
            <a:t>.</a:t>
          </a:r>
        </a:p>
      </dsp:txBody>
      <dsp:txXfrm>
        <a:off x="541020" y="4089436"/>
        <a:ext cx="9738360" cy="885305"/>
      </dsp:txXfrm>
    </dsp:sp>
    <dsp:sp modelId="{E5E0EBB1-259C-493E-8186-04A3447CC248}">
      <dsp:nvSpPr>
        <dsp:cNvPr id="0" name=""/>
        <dsp:cNvSpPr/>
      </dsp:nvSpPr>
      <dsp:spPr>
        <a:xfrm>
          <a:off x="541020" y="4974742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9B87A-78AA-4479-BE93-59A812E5F685}">
      <dsp:nvSpPr>
        <dsp:cNvPr id="0" name=""/>
        <dsp:cNvSpPr/>
      </dsp:nvSpPr>
      <dsp:spPr>
        <a:xfrm>
          <a:off x="1915210" y="4974742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4CDBC-9044-4245-AA40-EB132AD60C8C}">
      <dsp:nvSpPr>
        <dsp:cNvPr id="0" name=""/>
        <dsp:cNvSpPr/>
      </dsp:nvSpPr>
      <dsp:spPr>
        <a:xfrm>
          <a:off x="3289401" y="4974742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2E8F5-4835-47E5-83B4-745D642D72C2}">
      <dsp:nvSpPr>
        <dsp:cNvPr id="0" name=""/>
        <dsp:cNvSpPr/>
      </dsp:nvSpPr>
      <dsp:spPr>
        <a:xfrm>
          <a:off x="4663592" y="4974742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2BE7A-2EB5-4671-9A5B-E49A847A1C7F}">
      <dsp:nvSpPr>
        <dsp:cNvPr id="0" name=""/>
        <dsp:cNvSpPr/>
      </dsp:nvSpPr>
      <dsp:spPr>
        <a:xfrm>
          <a:off x="6037783" y="4974742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D7C5B-665B-4717-983B-0E06C51E69ED}">
      <dsp:nvSpPr>
        <dsp:cNvPr id="0" name=""/>
        <dsp:cNvSpPr/>
      </dsp:nvSpPr>
      <dsp:spPr>
        <a:xfrm>
          <a:off x="7411974" y="4974742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CA8DD-4877-4848-96F1-74C2C9A3FD1D}">
      <dsp:nvSpPr>
        <dsp:cNvPr id="0" name=""/>
        <dsp:cNvSpPr/>
      </dsp:nvSpPr>
      <dsp:spPr>
        <a:xfrm>
          <a:off x="8786164" y="4974742"/>
          <a:ext cx="1298448" cy="216408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5/28/2025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5/28/2025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5958" y="-4763"/>
            <a:ext cx="5013606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7638" y="1380069"/>
            <a:ext cx="8572389" cy="2616199"/>
          </a:xfrm>
        </p:spPr>
        <p:txBody>
          <a:bodyPr anchor="b">
            <a:normAutofit/>
          </a:bodyPr>
          <a:lstStyle>
            <a:lvl1pPr algn="r">
              <a:defRPr sz="59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4202" y="3996267"/>
            <a:ext cx="698582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1023" y="5883276"/>
            <a:ext cx="432291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6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49005" y="5867132"/>
            <a:ext cx="551023" cy="365125"/>
          </a:xfrm>
        </p:spPr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7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610" y="2666999"/>
            <a:ext cx="8928421" cy="2110382"/>
          </a:xfrm>
        </p:spPr>
        <p:txBody>
          <a:bodyPr anchor="b"/>
          <a:lstStyle>
            <a:lvl1pPr algn="r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608" y="4777381"/>
            <a:ext cx="892842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44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5" y="685801"/>
            <a:ext cx="10016104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3926" y="2667000"/>
            <a:ext cx="4893780" cy="3124201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6246" y="2667000"/>
            <a:ext cx="4893781" cy="31242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5FE51A5-AB99-4630-AC29-3FC4F7C9FE41}"/>
              </a:ext>
            </a:extLst>
          </p:cNvPr>
          <p:cNvSpPr txBox="1">
            <a:spLocks/>
          </p:cNvSpPr>
          <p:nvPr userDrawn="1"/>
        </p:nvSpPr>
        <p:spPr>
          <a:xfrm>
            <a:off x="5285252" y="6545205"/>
            <a:ext cx="1618322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ct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9622A0EE-C6FE-4485-ABBF-C2C1A36A989D}"/>
              </a:ext>
            </a:extLst>
          </p:cNvPr>
          <p:cNvSpPr/>
          <p:nvPr userDrawn="1"/>
        </p:nvSpPr>
        <p:spPr>
          <a:xfrm>
            <a:off x="609599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167724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1718" y="2658533"/>
            <a:ext cx="4605988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>
                    <a:lumMod val="75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3925" y="3335337"/>
            <a:ext cx="4893781" cy="2455862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78696" y="2667000"/>
            <a:ext cx="4621333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>
                    <a:lumMod val="75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46" y="3335337"/>
            <a:ext cx="4893781" cy="2455862"/>
          </a:xfrm>
        </p:spPr>
        <p:txBody>
          <a:bodyPr anchor="t"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D1E70BB-2334-4E60-B9C5-78AACAC5BA35}"/>
              </a:ext>
            </a:extLst>
          </p:cNvPr>
          <p:cNvSpPr txBox="1">
            <a:spLocks/>
          </p:cNvSpPr>
          <p:nvPr userDrawn="1"/>
        </p:nvSpPr>
        <p:spPr>
          <a:xfrm>
            <a:off x="5271453" y="6553013"/>
            <a:ext cx="1645920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Left Arrow 10">
            <a:extLst>
              <a:ext uri="{FF2B5EF4-FFF2-40B4-BE49-F238E27FC236}">
                <a16:creationId xmlns:a16="http://schemas.microsoft.com/office/drawing/2014/main" id="{3ED97DF9-CB85-4672-8173-A09B340DBA39}"/>
              </a:ext>
            </a:extLst>
          </p:cNvPr>
          <p:cNvSpPr/>
          <p:nvPr userDrawn="1"/>
        </p:nvSpPr>
        <p:spPr>
          <a:xfrm>
            <a:off x="696886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423171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945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61C8A-F0A1-4667-890B-1B8A1F2A05AA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206E-DA6C-4A41-A871-A8BD553F98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7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1600200"/>
            <a:ext cx="354819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663" y="685800"/>
            <a:ext cx="6239365" cy="5105401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3926" y="2971800"/>
            <a:ext cx="3548197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12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38" y="1752599"/>
            <a:ext cx="5424745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2704" y="914400"/>
            <a:ext cx="3280120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38" y="3124199"/>
            <a:ext cx="5424745" cy="1828800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68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5" y="4732865"/>
            <a:ext cx="10016102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5391" y="932112"/>
            <a:ext cx="8223802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3925" y="5299603"/>
            <a:ext cx="10016102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3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685800"/>
            <a:ext cx="10016102" cy="3048000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6" y="4343400"/>
            <a:ext cx="10016104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378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196" y="86302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0588" y="2819399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637" y="685801"/>
            <a:ext cx="8987671" cy="2743199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177" y="3428999"/>
            <a:ext cx="853059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7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343400"/>
            <a:ext cx="1001610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731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7" y="3308581"/>
            <a:ext cx="10016100" cy="1468800"/>
          </a:xfrm>
        </p:spPr>
        <p:txBody>
          <a:bodyPr anchor="b">
            <a:normAutofit/>
          </a:bodyPr>
          <a:lstStyle>
            <a:lvl1pPr algn="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777381"/>
            <a:ext cx="100161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114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196" y="86302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0588" y="2819399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637" y="685801"/>
            <a:ext cx="8987671" cy="2743199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3926" y="3886200"/>
            <a:ext cx="10016101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3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775200"/>
            <a:ext cx="10016101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143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3926" y="685801"/>
            <a:ext cx="10016103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3926" y="3505200"/>
            <a:ext cx="10016104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5" y="4343400"/>
            <a:ext cx="10016104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7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983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0121" y="685800"/>
            <a:ext cx="1769908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3925" y="685800"/>
            <a:ext cx="8017654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691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>
          <a:xfrm>
            <a:off x="5285252" y="6545205"/>
            <a:ext cx="1618322" cy="365125"/>
          </a:xfrm>
          <a:prstGeom prst="rect">
            <a:avLst/>
          </a:prstGeom>
        </p:spPr>
        <p:txBody>
          <a:bodyPr vert="horz" lIns="34718" tIns="17360" rIns="34718" bIns="173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347187" rtl="0" eaLnBrk="1" latinLnBrk="0" hangingPunct="1">
              <a:defRPr/>
            </a:pPr>
            <a:r>
              <a:rPr lang="en-US" sz="1400" b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Page:</a:t>
            </a:r>
            <a:fld id="{97F33F24-5111-4524-9375-24241E4B6E0C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marL="0" algn="ctr" defTabSz="347187" rtl="0" eaLnBrk="1" latinLnBrk="0" hangingPunct="1">
                <a:defRPr/>
              </a:pPr>
              <a:t>‹#›</a:t>
            </a:fld>
            <a:endParaRPr lang="en-US" sz="14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Left Arrow 7"/>
          <p:cNvSpPr/>
          <p:nvPr userDrawn="1"/>
        </p:nvSpPr>
        <p:spPr>
          <a:xfrm>
            <a:off x="609599" y="6507293"/>
            <a:ext cx="9218613" cy="45719"/>
          </a:xfrm>
          <a:prstGeom prst="leftArrow">
            <a:avLst/>
          </a:prstGeom>
          <a:solidFill>
            <a:schemeClr val="tx1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718" tIns="17360" rIns="34718" bIns="173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84" dirty="0"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773" y="1"/>
            <a:ext cx="2436178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3925" y="685801"/>
            <a:ext cx="10016104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3924" y="2667000"/>
            <a:ext cx="10016104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0122" y="5883276"/>
            <a:ext cx="1142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A27D24-2DDC-4BE2-9A3A-B80167364877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1610" y="5883276"/>
            <a:ext cx="70823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9005" y="5883276"/>
            <a:ext cx="551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9492DA-4E81-420A-976F-896FD60BFA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84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679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063" rtl="0" eaLnBrk="1" latinLnBrk="0" hangingPunct="1">
        <a:spcBef>
          <a:spcPct val="0"/>
        </a:spcBef>
        <a:buNone/>
        <a:defRPr sz="3999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4825C6-D403-4065-A09B-FDB966E29D88}"/>
              </a:ext>
            </a:extLst>
          </p:cNvPr>
          <p:cNvSpPr/>
          <p:nvPr/>
        </p:nvSpPr>
        <p:spPr>
          <a:xfrm>
            <a:off x="1446212" y="1287236"/>
            <a:ext cx="3395481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Computing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A191E-CC6F-438D-906D-3F25B555E588}"/>
              </a:ext>
            </a:extLst>
          </p:cNvPr>
          <p:cNvCxnSpPr>
            <a:cxnSpLocks/>
          </p:cNvCxnSpPr>
          <p:nvPr/>
        </p:nvCxnSpPr>
        <p:spPr>
          <a:xfrm flipV="1">
            <a:off x="1493256" y="3041562"/>
            <a:ext cx="6277556" cy="345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322F79-3A0A-435E-AA81-F408EE7E8A2C}"/>
              </a:ext>
            </a:extLst>
          </p:cNvPr>
          <p:cNvSpPr txBox="1"/>
          <p:nvPr/>
        </p:nvSpPr>
        <p:spPr>
          <a:xfrm>
            <a:off x="1424152" y="3429000"/>
            <a:ext cx="48590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2400" dirty="0"/>
              <a:t>Understand basics of computing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2400" dirty="0"/>
              <a:t>Understand computation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81254C-D2EA-4C57-8CAE-5CF2CBEB6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658" y="1389628"/>
            <a:ext cx="2753109" cy="1943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3A8BE9-FBA8-4341-9473-F9089FCD770C}"/>
              </a:ext>
            </a:extLst>
          </p:cNvPr>
          <p:cNvSpPr txBox="1"/>
          <p:nvPr/>
        </p:nvSpPr>
        <p:spPr>
          <a:xfrm>
            <a:off x="1" y="16908"/>
            <a:ext cx="1218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COSC 1336 Fundamentals of Programming</a:t>
            </a:r>
          </a:p>
        </p:txBody>
      </p:sp>
    </p:spTree>
    <p:extLst>
      <p:ext uri="{BB962C8B-B14F-4D97-AF65-F5344CB8AC3E}">
        <p14:creationId xmlns:p14="http://schemas.microsoft.com/office/powerpoint/2010/main" val="296527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Computing Introduction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E4822-8422-4674-BC03-F3F3995ADDBA}"/>
              </a:ext>
            </a:extLst>
          </p:cNvPr>
          <p:cNvSpPr txBox="1"/>
          <p:nvPr/>
        </p:nvSpPr>
        <p:spPr>
          <a:xfrm>
            <a:off x="227012" y="1143000"/>
            <a:ext cx="11582400" cy="4420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💻 What is a Computer?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computer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an electronic device that performs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arithmetic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logical calculations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processes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stores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outputs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data based on a set of instructions called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programs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Computers are used to carry out a wide range of tasks—from simple calculations to complex operations—in fields such as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science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business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education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everyday life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Functions of a Computer: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Input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Receives data (e.g., from a keyboard or mouse).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Processing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Uses the CPU to compute and make decisions.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Storage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Saves data for current or future use.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Displays or communicates results (e.g., on a screen or printer).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Control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Directs how all parts of the system work together.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4007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08D0-D72A-4C36-BE11-579BC96E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2" y="2514600"/>
            <a:ext cx="12266612" cy="762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Arithmetic &amp; Logical</a:t>
            </a:r>
          </a:p>
        </p:txBody>
      </p:sp>
    </p:spTree>
    <p:extLst>
      <p:ext uri="{BB962C8B-B14F-4D97-AF65-F5344CB8AC3E}">
        <p14:creationId xmlns:p14="http://schemas.microsoft.com/office/powerpoint/2010/main" val="183373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 Arithmetic</a:t>
            </a:r>
            <a:endParaRPr lang="en-US" sz="4000" dirty="0"/>
          </a:p>
        </p:txBody>
      </p:sp>
      <p:sp>
        <p:nvSpPr>
          <p:cNvPr id="7" name="Rectangle 6"/>
          <p:cNvSpPr/>
          <p:nvPr/>
        </p:nvSpPr>
        <p:spPr>
          <a:xfrm>
            <a:off x="2553837" y="5122173"/>
            <a:ext cx="3200400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(add)</a:t>
            </a:r>
            <a:endParaRPr lang="en-US" sz="4000" dirty="0"/>
          </a:p>
        </p:txBody>
      </p:sp>
      <p:sp>
        <p:nvSpPr>
          <p:cNvPr id="10" name="Rectangle 9"/>
          <p:cNvSpPr/>
          <p:nvPr/>
        </p:nvSpPr>
        <p:spPr>
          <a:xfrm>
            <a:off x="2553837" y="3743843"/>
            <a:ext cx="3200400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(multiply)</a:t>
            </a:r>
            <a:endParaRPr lang="en-US" sz="4000" dirty="0"/>
          </a:p>
        </p:txBody>
      </p:sp>
      <p:sp>
        <p:nvSpPr>
          <p:cNvPr id="11" name="Rectangle 10"/>
          <p:cNvSpPr/>
          <p:nvPr/>
        </p:nvSpPr>
        <p:spPr>
          <a:xfrm>
            <a:off x="2553837" y="2365513"/>
            <a:ext cx="3200400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^ (exponents)</a:t>
            </a:r>
            <a:endParaRPr lang="en-US" sz="4000" dirty="0"/>
          </a:p>
        </p:txBody>
      </p:sp>
      <p:sp>
        <p:nvSpPr>
          <p:cNvPr id="4" name="Up Arrow 3"/>
          <p:cNvSpPr/>
          <p:nvPr/>
        </p:nvSpPr>
        <p:spPr>
          <a:xfrm>
            <a:off x="3796091" y="4602445"/>
            <a:ext cx="3810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/>
          <p:cNvSpPr/>
          <p:nvPr/>
        </p:nvSpPr>
        <p:spPr>
          <a:xfrm>
            <a:off x="3796091" y="3152777"/>
            <a:ext cx="3810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310691" y="5118860"/>
            <a:ext cx="3200400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(subtract)</a:t>
            </a:r>
            <a:endParaRPr lang="en-US" sz="4000" dirty="0"/>
          </a:p>
        </p:txBody>
      </p:sp>
      <p:sp>
        <p:nvSpPr>
          <p:cNvPr id="18" name="Rectangle 17"/>
          <p:cNvSpPr/>
          <p:nvPr/>
        </p:nvSpPr>
        <p:spPr>
          <a:xfrm>
            <a:off x="6310691" y="3740530"/>
            <a:ext cx="3200400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÷ (division)</a:t>
            </a:r>
            <a:endParaRPr lang="en-US" sz="4000" dirty="0"/>
          </a:p>
        </p:txBody>
      </p:sp>
      <p:sp>
        <p:nvSpPr>
          <p:cNvPr id="19" name="Rectangle 18"/>
          <p:cNvSpPr/>
          <p:nvPr/>
        </p:nvSpPr>
        <p:spPr>
          <a:xfrm>
            <a:off x="6310691" y="2362200"/>
            <a:ext cx="3200400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(radicals)</a:t>
            </a:r>
            <a:endParaRPr lang="en-US" sz="4000" dirty="0"/>
          </a:p>
        </p:txBody>
      </p:sp>
      <p:sp>
        <p:nvSpPr>
          <p:cNvPr id="20" name="Up Arrow 19"/>
          <p:cNvSpPr/>
          <p:nvPr/>
        </p:nvSpPr>
        <p:spPr>
          <a:xfrm>
            <a:off x="7552945" y="4599132"/>
            <a:ext cx="3810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>
            <a:off x="7552945" y="3149464"/>
            <a:ext cx="3810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291" y="2608719"/>
            <a:ext cx="371429" cy="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56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 Arithmetic – Order of Operations</a:t>
            </a:r>
            <a:endParaRPr lang="en-US" sz="4000" dirty="0"/>
          </a:p>
        </p:txBody>
      </p:sp>
      <p:sp>
        <p:nvSpPr>
          <p:cNvPr id="7" name="Rectangle 6"/>
          <p:cNvSpPr/>
          <p:nvPr/>
        </p:nvSpPr>
        <p:spPr>
          <a:xfrm>
            <a:off x="1141412" y="5532096"/>
            <a:ext cx="713232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US" sz="4000" dirty="0"/>
          </a:p>
        </p:txBody>
      </p:sp>
      <p:sp>
        <p:nvSpPr>
          <p:cNvPr id="10" name="Rectangle 9"/>
          <p:cNvSpPr/>
          <p:nvPr/>
        </p:nvSpPr>
        <p:spPr>
          <a:xfrm>
            <a:off x="1141412" y="4153766"/>
            <a:ext cx="708854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</a:t>
            </a:r>
            <a:endParaRPr lang="en-US" sz="4000" dirty="0"/>
          </a:p>
        </p:txBody>
      </p:sp>
      <p:sp>
        <p:nvSpPr>
          <p:cNvPr id="11" name="Rectangle 10"/>
          <p:cNvSpPr/>
          <p:nvPr/>
        </p:nvSpPr>
        <p:spPr>
          <a:xfrm>
            <a:off x="1141412" y="2775436"/>
            <a:ext cx="708854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^ </a:t>
            </a:r>
            <a:endParaRPr lang="en-US" sz="4000" dirty="0"/>
          </a:p>
        </p:txBody>
      </p:sp>
      <p:sp>
        <p:nvSpPr>
          <p:cNvPr id="4" name="Up Arrow 3"/>
          <p:cNvSpPr/>
          <p:nvPr/>
        </p:nvSpPr>
        <p:spPr>
          <a:xfrm>
            <a:off x="1295790" y="4982989"/>
            <a:ext cx="3810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/>
          <p:cNvSpPr/>
          <p:nvPr/>
        </p:nvSpPr>
        <p:spPr>
          <a:xfrm>
            <a:off x="1339576" y="3577777"/>
            <a:ext cx="3810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352635" y="5532096"/>
            <a:ext cx="713232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endParaRPr lang="en-US" sz="4000" dirty="0"/>
          </a:p>
        </p:txBody>
      </p:sp>
      <p:sp>
        <p:nvSpPr>
          <p:cNvPr id="18" name="Rectangle 17"/>
          <p:cNvSpPr/>
          <p:nvPr/>
        </p:nvSpPr>
        <p:spPr>
          <a:xfrm>
            <a:off x="2352635" y="4153766"/>
            <a:ext cx="713232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÷ </a:t>
            </a:r>
            <a:endParaRPr lang="en-US" sz="4000" dirty="0"/>
          </a:p>
        </p:txBody>
      </p:sp>
      <p:sp>
        <p:nvSpPr>
          <p:cNvPr id="19" name="Rectangle 18"/>
          <p:cNvSpPr/>
          <p:nvPr/>
        </p:nvSpPr>
        <p:spPr>
          <a:xfrm>
            <a:off x="2352635" y="2775436"/>
            <a:ext cx="713232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4000" dirty="0"/>
          </a:p>
        </p:txBody>
      </p:sp>
      <p:sp>
        <p:nvSpPr>
          <p:cNvPr id="20" name="Up Arrow 19"/>
          <p:cNvSpPr/>
          <p:nvPr/>
        </p:nvSpPr>
        <p:spPr>
          <a:xfrm>
            <a:off x="2536066" y="5027445"/>
            <a:ext cx="3810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>
            <a:off x="2536066" y="3577777"/>
            <a:ext cx="3810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536" y="2971542"/>
            <a:ext cx="371429" cy="2571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12" y="2362200"/>
            <a:ext cx="7543800" cy="381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4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062" y="2465414"/>
            <a:ext cx="5038749" cy="62857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612" y="1745922"/>
            <a:ext cx="5029200" cy="54007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062" y="3416349"/>
            <a:ext cx="5043749" cy="60952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612" y="4272046"/>
            <a:ext cx="5029199" cy="70476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1643" y="5155880"/>
            <a:ext cx="2438095" cy="58095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7357" y="5874176"/>
            <a:ext cx="2752381" cy="52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4"/>
              <p:cNvSpPr txBox="1"/>
              <p:nvPr/>
            </p:nvSpPr>
            <p:spPr>
              <a:xfrm>
                <a:off x="4494212" y="1704563"/>
                <a:ext cx="2590800" cy="96243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47650" tIns="247650" rIns="247650" bIns="247650" numCol="1" spcCol="1270" anchor="ctr" anchorCtr="0">
                <a:noAutofit/>
              </a:bodyPr>
              <a:lstStyle/>
              <a:p>
                <a:pPr marL="0" lvl="0" indent="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800" kern="1200" dirty="0">
                    <a:solidFill>
                      <a:schemeClr val="tx1"/>
                    </a:solidFill>
                    <a:latin typeface="+mj-lt"/>
                  </a:rPr>
                  <a:t>15 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kern="1200" dirty="0">
                    <a:solidFill>
                      <a:schemeClr val="tx1"/>
                    </a:solidFill>
                    <a:latin typeface="+mj-lt"/>
                  </a:rPr>
                  <a:t> * 2</a:t>
                </a:r>
              </a:p>
            </p:txBody>
          </p:sp>
        </mc:Choice>
        <mc:Fallback xmlns="">
          <p:sp>
            <p:nvSpPr>
              <p:cNvPr id="12" name="Rounded Rectang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212" y="1704563"/>
                <a:ext cx="2590800" cy="9624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4"/>
              <p:cNvSpPr txBox="1"/>
              <p:nvPr/>
            </p:nvSpPr>
            <p:spPr>
              <a:xfrm>
                <a:off x="4494212" y="2800763"/>
                <a:ext cx="2590800" cy="96243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47650" tIns="247650" rIns="247650" bIns="247650" numCol="1" spcCol="1270" anchor="ctr" anchorCtr="0">
                <a:noAutofit/>
              </a:bodyPr>
              <a:lstStyle/>
              <a:p>
                <a:pPr marL="0" lvl="0" indent="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800" kern="1200" dirty="0">
                    <a:solidFill>
                      <a:schemeClr val="tx1"/>
                    </a:solidFill>
                    <a:latin typeface="+mj-lt"/>
                  </a:rPr>
                  <a:t>15 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800" kern="1200" dirty="0">
                    <a:solidFill>
                      <a:schemeClr val="tx1"/>
                    </a:solidFill>
                    <a:latin typeface="+mj-lt"/>
                  </a:rPr>
                  <a:t> * 2</a:t>
                </a:r>
              </a:p>
            </p:txBody>
          </p:sp>
        </mc:Choice>
        <mc:Fallback xmlns="">
          <p:sp>
            <p:nvSpPr>
              <p:cNvPr id="13" name="Rounded Rectang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212" y="2800763"/>
                <a:ext cx="2590800" cy="962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4"/>
          <p:cNvSpPr txBox="1"/>
          <p:nvPr/>
        </p:nvSpPr>
        <p:spPr>
          <a:xfrm>
            <a:off x="4951412" y="3822427"/>
            <a:ext cx="981952" cy="96243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7650" tIns="247650" rIns="247650" bIns="247650" numCol="1" spcCol="1270" anchor="ctr" anchorCtr="0">
            <a:noAutofit/>
          </a:bodyPr>
          <a:lstStyle/>
          <a:p>
            <a:pPr marL="0" lvl="0" indent="0" algn="l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>
                <a:solidFill>
                  <a:schemeClr val="tx1"/>
                </a:solidFill>
                <a:latin typeface="+mj-lt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68118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4(-2)² + 8(-2) + 3(-2) + 6 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7053" y="2585739"/>
            <a:ext cx="3414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dirty="0"/>
              <a:t>4(4) + 8(-2) + 3(-2) + 6 </a:t>
            </a:r>
          </a:p>
        </p:txBody>
      </p:sp>
      <p:sp>
        <p:nvSpPr>
          <p:cNvPr id="6" name="Rectangle 5"/>
          <p:cNvSpPr/>
          <p:nvPr/>
        </p:nvSpPr>
        <p:spPr>
          <a:xfrm>
            <a:off x="4942348" y="3389545"/>
            <a:ext cx="22413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dirty="0"/>
              <a:t>16 -16 – 6 + 6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3398" y="4193351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2211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(8 + 4) * 3 - 10 / 2</a:t>
            </a:r>
          </a:p>
        </p:txBody>
      </p:sp>
    </p:spTree>
    <p:extLst>
      <p:ext uri="{BB962C8B-B14F-4D97-AF65-F5344CB8AC3E}">
        <p14:creationId xmlns:p14="http://schemas.microsoft.com/office/powerpoint/2010/main" val="397819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/>
              <a:t>The next number in the series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2, 5, 11, 20, 32, 47, </a:t>
            </a:r>
          </a:p>
        </p:txBody>
      </p:sp>
    </p:spTree>
    <p:extLst>
      <p:ext uri="{BB962C8B-B14F-4D97-AF65-F5344CB8AC3E}">
        <p14:creationId xmlns:p14="http://schemas.microsoft.com/office/powerpoint/2010/main" val="371869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/>
              <a:t>The next number in the series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1, 1, 2, 6, 24, 120, ___ </a:t>
            </a:r>
          </a:p>
        </p:txBody>
      </p:sp>
    </p:spTree>
    <p:extLst>
      <p:ext uri="{BB962C8B-B14F-4D97-AF65-F5344CB8AC3E}">
        <p14:creationId xmlns:p14="http://schemas.microsoft.com/office/powerpoint/2010/main" val="412684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/>
              <a:t>In 2025, AllyBaba won the election with 50% of the votes. In 2020, he secured a landslide victory with 90%. Interesting shift!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Do people love him more now, or less?</a:t>
            </a:r>
          </a:p>
        </p:txBody>
      </p:sp>
    </p:spTree>
    <p:extLst>
      <p:ext uri="{BB962C8B-B14F-4D97-AF65-F5344CB8AC3E}">
        <p14:creationId xmlns:p14="http://schemas.microsoft.com/office/powerpoint/2010/main" val="323758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AllyBaba bought shirts for $100 each from Tally Town. To sell them, he marked up the price by 10%. During the holiday season, he offered a 10% discount.</a:t>
            </a:r>
          </a:p>
          <a:p>
            <a:endParaRPr lang="en-US" dirty="0"/>
          </a:p>
          <a:p>
            <a:r>
              <a:rPr lang="en-US" dirty="0"/>
              <a:t>Did he make a profit, break even, or lose money?</a:t>
            </a:r>
          </a:p>
        </p:txBody>
      </p:sp>
    </p:spTree>
    <p:extLst>
      <p:ext uri="{BB962C8B-B14F-4D97-AF65-F5344CB8AC3E}">
        <p14:creationId xmlns:p14="http://schemas.microsoft.com/office/powerpoint/2010/main" val="257485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Mary buys 8 widgets for $40.00. She adds $1.00 in enhancements to each widget and sells them for $9.00 each.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Mary’s estimated gross profit margin?</a:t>
            </a:r>
          </a:p>
        </p:txBody>
      </p:sp>
    </p:spTree>
    <p:extLst>
      <p:ext uri="{BB962C8B-B14F-4D97-AF65-F5344CB8AC3E}">
        <p14:creationId xmlns:p14="http://schemas.microsoft.com/office/powerpoint/2010/main" val="159224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AllyBaba earned $5,000 from his business. He gave one-fifth of it to his daughter as a gift and then invested one-fourth of the remaining amount.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much money is left in his account?</a:t>
            </a:r>
          </a:p>
        </p:txBody>
      </p:sp>
    </p:spTree>
    <p:extLst>
      <p:ext uri="{BB962C8B-B14F-4D97-AF65-F5344CB8AC3E}">
        <p14:creationId xmlns:p14="http://schemas.microsoft.com/office/powerpoint/2010/main" val="83027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Which is larger</a:t>
            </a:r>
          </a:p>
          <a:p>
            <a:pPr lvl="0" algn="ctr"/>
            <a:r>
              <a:rPr lang="en-US" dirty="0"/>
              <a:t>(-2)²         or              -2² </a:t>
            </a:r>
          </a:p>
        </p:txBody>
      </p:sp>
      <p:sp>
        <p:nvSpPr>
          <p:cNvPr id="4" name="Up Arrow 3"/>
          <p:cNvSpPr/>
          <p:nvPr/>
        </p:nvSpPr>
        <p:spPr>
          <a:xfrm>
            <a:off x="4494212" y="2819400"/>
            <a:ext cx="457200" cy="1066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0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0/2   				 2/0</a:t>
            </a:r>
          </a:p>
        </p:txBody>
      </p:sp>
    </p:spTree>
    <p:extLst>
      <p:ext uri="{BB962C8B-B14F-4D97-AF65-F5344CB8AC3E}">
        <p14:creationId xmlns:p14="http://schemas.microsoft.com/office/powerpoint/2010/main" val="250016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2% of 120 </a:t>
            </a:r>
          </a:p>
        </p:txBody>
      </p:sp>
    </p:spTree>
    <p:extLst>
      <p:ext uri="{BB962C8B-B14F-4D97-AF65-F5344CB8AC3E}">
        <p14:creationId xmlns:p14="http://schemas.microsoft.com/office/powerpoint/2010/main" val="231252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Pythagorean Theorem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61" y="2819400"/>
            <a:ext cx="3542857" cy="2380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D4AA92-665D-4514-8662-53A56D44859C}"/>
              </a:ext>
            </a:extLst>
          </p:cNvPr>
          <p:cNvSpPr txBox="1"/>
          <p:nvPr/>
        </p:nvSpPr>
        <p:spPr>
          <a:xfrm>
            <a:off x="5103812" y="3200400"/>
            <a:ext cx="55066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use the formula: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Must be a triangle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Must be a right triangle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 is the longest side - hypotenuse</a:t>
            </a:r>
          </a:p>
        </p:txBody>
      </p:sp>
    </p:spTree>
    <p:extLst>
      <p:ext uri="{BB962C8B-B14F-4D97-AF65-F5344CB8AC3E}">
        <p14:creationId xmlns:p14="http://schemas.microsoft.com/office/powerpoint/2010/main" val="330939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828800"/>
            <a:ext cx="1043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Value of Pi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748" y="2598249"/>
            <a:ext cx="4009886" cy="258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9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 Introduction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Logical Calculation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874712" y="1704563"/>
            <a:ext cx="10439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Boolean | Yes or No | True or False</a:t>
            </a:r>
          </a:p>
          <a:p>
            <a:pPr lvl="0"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3034BC-D6E2-4DE4-94DB-4FAA134D4140}"/>
              </a:ext>
            </a:extLst>
          </p:cNvPr>
          <p:cNvSpPr txBox="1"/>
          <p:nvPr/>
        </p:nvSpPr>
        <p:spPr>
          <a:xfrm>
            <a:off x="363787" y="2913593"/>
            <a:ext cx="10972800" cy="253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Equal to (==) -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Checks if two values are equal.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Not equal to (!=) -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Checks if two values are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equal.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Greater than (&gt;) -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Checks if the left value is greater than the right value.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Less than (&lt;) -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Checks if the left value is less than the right value.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Greater than or equal to (&gt;=) -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Checks if the left value is greater than or equal to the right value.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Less than or equal to (&lt;=) -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Checks if the left value is less than or equal to the right value.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8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Arithmetic &amp; Logical Introduction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085" y="884169"/>
            <a:ext cx="11733213" cy="6493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Logical Calculation</a:t>
            </a:r>
            <a:endParaRPr lang="en-US" sz="4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3034BC-D6E2-4DE4-94DB-4FAA134D4140}"/>
              </a:ext>
            </a:extLst>
          </p:cNvPr>
          <p:cNvSpPr txBox="1"/>
          <p:nvPr/>
        </p:nvSpPr>
        <p:spPr>
          <a:xfrm>
            <a:off x="227012" y="1720605"/>
            <a:ext cx="10972800" cy="4456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1. AND (&amp;&amp;)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True if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conditions are true.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 1: Is it raining? — True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 2: Do I have an umbrella? — True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Expression: Is it raining AND Do I have an umbrella? → 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OR (||)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True if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least one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condition is true.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 1: Is it raining? — False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 2: Is it cloudy? — True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Expression: Is it raining OR Is it cloudy? → 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NOT (!)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Inverts the truth value (True becomes False, False becomes True).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Condition: Is it sunny? — False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Expression: NOT Is it sunny? → 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5598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8F15BF-A4DE-44CC-804E-4E223F5CFE58}"/>
              </a:ext>
            </a:extLst>
          </p:cNvPr>
          <p:cNvSpPr txBox="1"/>
          <p:nvPr/>
        </p:nvSpPr>
        <p:spPr>
          <a:xfrm>
            <a:off x="-1" y="2971800"/>
            <a:ext cx="121888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&amp; Software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7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Hardware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E9203-36B0-4C9E-877E-BB5F80D27610}"/>
              </a:ext>
            </a:extLst>
          </p:cNvPr>
          <p:cNvSpPr txBox="1"/>
          <p:nvPr/>
        </p:nvSpPr>
        <p:spPr>
          <a:xfrm>
            <a:off x="303213" y="609600"/>
            <a:ext cx="11811000" cy="959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 of computers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refers to the physical components that make up a computer system. These are the tangible parts you can touch, unlike software which consists of programs and operating systems.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Here’s an overview of the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types of computer hardware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039E4FE-22C3-4C6A-A6AF-570307DC82C0}"/>
              </a:ext>
            </a:extLst>
          </p:cNvPr>
          <p:cNvGraphicFramePr>
            <a:graphicFrameLocks noGrp="1"/>
          </p:cNvGraphicFramePr>
          <p:nvPr/>
        </p:nvGraphicFramePr>
        <p:xfrm>
          <a:off x="531812" y="1772962"/>
          <a:ext cx="11049000" cy="463283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524500">
                  <a:extLst>
                    <a:ext uri="{9D8B030D-6E8A-4147-A177-3AD203B41FA5}">
                      <a16:colId xmlns:a16="http://schemas.microsoft.com/office/drawing/2014/main" val="1549447206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4168731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🧠 1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Central Processing Unit (CPU)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“brain” of the computer.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Executes instructions and manages tasks.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🧮 2. Memory (RAM – Random Access Memory)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Temporarily stores data for active processes.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More RAM = better multitasking.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💾 3. Storage Devices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HDD (Hard Disk Drive): Uses spinning disks; higher capacity, slower.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SSD (Solid State Drive): Faster, no moving parts, more expensive.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External Drives/USBs: Portable storage solutions.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🖥️ 4. Input Devices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Allow users to interact with the computer.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 Keyboard, Mouse, Scanner, Microphone, Webcam.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📺 5. Output Devices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Display or produce results from the computer.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 Monitor, Printer, Speakers, Projector.</a:t>
                      </a:r>
                    </a:p>
                    <a:p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🔌 6. Motherboard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Main circuit board.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Connects CPU, RAM, storage, and all peripherals.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⚡ 7. Power Supply Unit (PSU)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Converts electricity from the outlet into usable power for the system.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🌬️ 8. Cooling Systems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Prevent overheating.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Include fans, heat sinks, and sometimes liquid cooling.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🌐 9. Network Components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Network Interface Card (NIC), modems, Wi-Fi adapters.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Connect the computer to the internet or other devices.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🖱️ 10. Peripheral Devices</a:t>
                      </a:r>
                    </a:p>
                    <a:p>
                      <a:pPr lvl="0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External hardware connected to the system.</a:t>
                      </a:r>
                    </a:p>
                    <a:p>
                      <a:pPr lvl="0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Examples: Game controllers, external hard drives, docking stations.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377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36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CPU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6988D-D9BE-4970-9A5D-519F4F9A7168}"/>
              </a:ext>
            </a:extLst>
          </p:cNvPr>
          <p:cNvSpPr txBox="1"/>
          <p:nvPr/>
        </p:nvSpPr>
        <p:spPr>
          <a:xfrm>
            <a:off x="74612" y="769042"/>
            <a:ext cx="7924800" cy="606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Central Processing Unit (CPU)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often referred to as the "brain" of the computer. It performs most of the processing inside a computer and executes instructions from programs. Here’s a brief breakdown of its core components and functions: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🔧 Main Components of the CPU: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Arithmetic Logic Unit (ALU)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Performs mathematical, logical, and decision operations.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Control Unit (CU)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Directs the operation of the processor.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Tells the memory, ALU, and input/output devices how to respond to instructions.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Registers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Small, fast memory locations within the CPU used to store data temporarily during execution.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⚙️ Key Functions: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Fetch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Retrieves instructions from memory.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Decode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Translates the instruction into a form the CPU can understand.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Execute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Carries out the instruction (e.g., performing calculations or moving data).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📊 Important CPU Specs: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Clock speed (GHz)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How many cycles per second the CPU can perform (higher = faster).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Cores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Each core is like a mini CPU; more cores allow more simultaneous tasks.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Threads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Threads are virtual versions of CPU cores that can improve multitasking.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Cache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Small memory inside the CPU to store frequently used data quickly.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🖥️ CPU in Practice: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programming (like C++), the CPU executes compiled instructions line by line.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performance-heavy applications (e.g., games, simulations), the CPU’s speed and number of cores matter a lot.</a:t>
            </a: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6" name="Picture 9" descr="PPT176.png">
            <a:extLst>
              <a:ext uri="{FF2B5EF4-FFF2-40B4-BE49-F238E27FC236}">
                <a16:creationId xmlns:a16="http://schemas.microsoft.com/office/drawing/2014/main" id="{8BE9FCD5-3EDC-4716-B847-0CFF8B6D1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2" y="1219200"/>
            <a:ext cx="3581400" cy="4114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93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RAM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1412" y="1524000"/>
            <a:ext cx="9753600" cy="2589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stands for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Random Access Memory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It's a type of computer hardware that: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Temporarily stores data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that the CPU needs while your computer is on.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volatile memory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meaning its contents are lost when the computer is turned off.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Improves performance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allowing quick access to data and programs in use.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Points: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Acts as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short-term memory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the computer.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 RAM generally means your system can handle more tasks at once.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Comes in modules like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DDR4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DDR5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is installed on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motherboard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8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Computer Devices 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" y="1295400"/>
            <a:ext cx="10972800" cy="332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1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Software</a:t>
            </a:r>
            <a:endParaRPr lang="en-US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9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108204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 10"/>
          <p:cNvGraphicFramePr/>
          <p:nvPr/>
        </p:nvGraphicFramePr>
        <p:xfrm>
          <a:off x="2031471" y="720372"/>
          <a:ext cx="8125883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2117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9EECA6-69B1-417D-9B01-626691ABE9C0}"/>
              </a:ext>
            </a:extLst>
          </p:cNvPr>
          <p:cNvSpPr txBox="1"/>
          <p:nvPr/>
        </p:nvSpPr>
        <p:spPr>
          <a:xfrm>
            <a:off x="-1" y="2971800"/>
            <a:ext cx="121888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Systems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8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849F-EBF5-474E-BA48-AC530DC7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91" y="20053"/>
            <a:ext cx="11350843" cy="320591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1" y="851133"/>
            <a:ext cx="11781655" cy="4469236"/>
          </a:xfrm>
        </p:spPr>
        <p:txBody>
          <a:bodyPr>
            <a:normAutofit/>
          </a:bodyPr>
          <a:lstStyle/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Our </a:t>
            </a:r>
            <a:r>
              <a:rPr lang="en-US" sz="1400" b="1" dirty="0"/>
              <a:t>decimal system</a:t>
            </a:r>
            <a:r>
              <a:rPr lang="en-US" sz="1400" dirty="0"/>
              <a:t>, also known as </a:t>
            </a:r>
            <a:r>
              <a:rPr lang="en-US" sz="1400" b="1" dirty="0"/>
              <a:t>Base 10</a:t>
            </a:r>
            <a:r>
              <a:rPr lang="en-US" sz="1400" dirty="0"/>
              <a:t>, uses place value to determine the value of a number. 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Each digit in a number corresponds to a place that is a power of 10. 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Recall the ones column, the tens column, the hundreds column, and so on.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The values are arranged from the </a:t>
            </a:r>
            <a:r>
              <a:rPr lang="en-US" sz="1400" b="1" dirty="0"/>
              <a:t>Least Significant Digit (LSD)</a:t>
            </a:r>
            <a:r>
              <a:rPr lang="en-US" sz="1400" dirty="0"/>
              <a:t> to the </a:t>
            </a:r>
            <a:r>
              <a:rPr lang="en-US" sz="1400" b="1" dirty="0"/>
              <a:t>Most Significant Digit (MSD)</a:t>
            </a:r>
            <a:r>
              <a:rPr lang="en-US" sz="1400" dirty="0"/>
              <a:t>, starting from the right and moving left.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 dirty="0">
                <a:latin typeface="Liberation Serif"/>
                <a:ea typeface="WenQuanYi Micro Hei"/>
                <a:cs typeface="Lohit Devanagari"/>
              </a:rPr>
              <a:t>Examine the following table:</a:t>
            </a:r>
            <a:endParaRPr lang="en-US" altLang="zh-CN" sz="9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0" indent="0" defTabSz="914126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Liberation Serif"/>
                <a:ea typeface="WenQuanYi Micro Hei" charset="0"/>
                <a:cs typeface="Lohit Devanagari" charset="0"/>
              </a:rPr>
              <a:t>When we place numbers below each of the columns, we come up with a value. </a:t>
            </a:r>
          </a:p>
          <a:p>
            <a:pPr marL="0" indent="0" defTabSz="914126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Liberation Serif"/>
                <a:ea typeface="WenQuanYi Micro Hei" charset="0"/>
                <a:cs typeface="Lohit Devanagari" charset="0"/>
              </a:rPr>
              <a:t>For example, 69,648 when using the place value method comes out to this;</a:t>
            </a:r>
            <a:endParaRPr lang="en-US" altLang="zh-CN" sz="900" dirty="0"/>
          </a:p>
          <a:p>
            <a:pPr marL="0" indent="0" defTabSz="914126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latin typeface="Liberation Serif"/>
                <a:ea typeface="WenQuanYi Micro Hei" charset="0"/>
                <a:cs typeface="Lohit Devanagari" charset="0"/>
              </a:rPr>
              <a:t>Then we just add them together and we come up with 69,648</a:t>
            </a: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E43768-543C-4328-9C7F-5EFB86815F95}"/>
              </a:ext>
            </a:extLst>
          </p:cNvPr>
          <p:cNvGraphicFramePr>
            <a:graphicFrameLocks noGrp="1"/>
          </p:cNvGraphicFramePr>
          <p:nvPr/>
        </p:nvGraphicFramePr>
        <p:xfrm>
          <a:off x="837982" y="2016648"/>
          <a:ext cx="8994724" cy="505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8218">
                  <a:extLst>
                    <a:ext uri="{9D8B030D-6E8A-4147-A177-3AD203B41FA5}">
                      <a16:colId xmlns:a16="http://schemas.microsoft.com/office/drawing/2014/main" val="553849187"/>
                    </a:ext>
                  </a:extLst>
                </a:gridCol>
                <a:gridCol w="1499121">
                  <a:extLst>
                    <a:ext uri="{9D8B030D-6E8A-4147-A177-3AD203B41FA5}">
                      <a16:colId xmlns:a16="http://schemas.microsoft.com/office/drawing/2014/main" val="645139780"/>
                    </a:ext>
                  </a:extLst>
                </a:gridCol>
                <a:gridCol w="1499121">
                  <a:extLst>
                    <a:ext uri="{9D8B030D-6E8A-4147-A177-3AD203B41FA5}">
                      <a16:colId xmlns:a16="http://schemas.microsoft.com/office/drawing/2014/main" val="1126931957"/>
                    </a:ext>
                  </a:extLst>
                </a:gridCol>
                <a:gridCol w="1499121">
                  <a:extLst>
                    <a:ext uri="{9D8B030D-6E8A-4147-A177-3AD203B41FA5}">
                      <a16:colId xmlns:a16="http://schemas.microsoft.com/office/drawing/2014/main" val="1350188612"/>
                    </a:ext>
                  </a:extLst>
                </a:gridCol>
                <a:gridCol w="1499121">
                  <a:extLst>
                    <a:ext uri="{9D8B030D-6E8A-4147-A177-3AD203B41FA5}">
                      <a16:colId xmlns:a16="http://schemas.microsoft.com/office/drawing/2014/main" val="577189500"/>
                    </a:ext>
                  </a:extLst>
                </a:gridCol>
                <a:gridCol w="1500022">
                  <a:extLst>
                    <a:ext uri="{9D8B030D-6E8A-4147-A177-3AD203B41FA5}">
                      <a16:colId xmlns:a16="http://schemas.microsoft.com/office/drawing/2014/main" val="587080764"/>
                    </a:ext>
                  </a:extLst>
                </a:gridCol>
              </a:tblGrid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1880158308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100,000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10,000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1,000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8169936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266E82-6566-4F0F-BE2E-3C9980377FD6}"/>
              </a:ext>
            </a:extLst>
          </p:cNvPr>
          <p:cNvGraphicFramePr>
            <a:graphicFrameLocks noGrp="1"/>
          </p:cNvGraphicFramePr>
          <p:nvPr/>
        </p:nvGraphicFramePr>
        <p:xfrm>
          <a:off x="546395" y="4001145"/>
          <a:ext cx="10512863" cy="758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1089">
                  <a:extLst>
                    <a:ext uri="{9D8B030D-6E8A-4147-A177-3AD203B41FA5}">
                      <a16:colId xmlns:a16="http://schemas.microsoft.com/office/drawing/2014/main" val="2274786464"/>
                    </a:ext>
                  </a:extLst>
                </a:gridCol>
                <a:gridCol w="1752144">
                  <a:extLst>
                    <a:ext uri="{9D8B030D-6E8A-4147-A177-3AD203B41FA5}">
                      <a16:colId xmlns:a16="http://schemas.microsoft.com/office/drawing/2014/main" val="3644117625"/>
                    </a:ext>
                  </a:extLst>
                </a:gridCol>
                <a:gridCol w="1752144">
                  <a:extLst>
                    <a:ext uri="{9D8B030D-6E8A-4147-A177-3AD203B41FA5}">
                      <a16:colId xmlns:a16="http://schemas.microsoft.com/office/drawing/2014/main" val="1578714400"/>
                    </a:ext>
                  </a:extLst>
                </a:gridCol>
                <a:gridCol w="1752144">
                  <a:extLst>
                    <a:ext uri="{9D8B030D-6E8A-4147-A177-3AD203B41FA5}">
                      <a16:colId xmlns:a16="http://schemas.microsoft.com/office/drawing/2014/main" val="2079248883"/>
                    </a:ext>
                  </a:extLst>
                </a:gridCol>
                <a:gridCol w="1752144">
                  <a:extLst>
                    <a:ext uri="{9D8B030D-6E8A-4147-A177-3AD203B41FA5}">
                      <a16:colId xmlns:a16="http://schemas.microsoft.com/office/drawing/2014/main" val="3235144906"/>
                    </a:ext>
                  </a:extLst>
                </a:gridCol>
                <a:gridCol w="1753198">
                  <a:extLst>
                    <a:ext uri="{9D8B030D-6E8A-4147-A177-3AD203B41FA5}">
                      <a16:colId xmlns:a16="http://schemas.microsoft.com/office/drawing/2014/main" val="2786251965"/>
                    </a:ext>
                  </a:extLst>
                </a:gridCol>
              </a:tblGrid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r>
                        <a:rPr lang="en-US" sz="1200" kern="100" baseline="300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832710361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3464790064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60,000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9,000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600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8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800584912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37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1" y="851133"/>
            <a:ext cx="11781655" cy="4469236"/>
          </a:xfrm>
        </p:spPr>
        <p:txBody>
          <a:bodyPr>
            <a:normAutofit fontScale="92500" lnSpcReduction="20000"/>
          </a:bodyPr>
          <a:lstStyle/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Binary is a Base2 system meaning there are only two numbers, 0 and 1. 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Each number has a place value of 2</a:t>
            </a:r>
            <a:r>
              <a:rPr lang="en-US" sz="1999" baseline="36000" dirty="0"/>
              <a:t>n</a:t>
            </a:r>
            <a:r>
              <a:rPr lang="en-US" sz="1400" dirty="0"/>
              <a:t> where n is the place value position of the binary digit.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The method we use in Base10 to calculate a value is the same in Binary. 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The only difference is we have a ones column, a twos column, a fours column, and so on. 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In binary, the Least Significant Bit (LSB) is also on the right. And the Most Significant Bit (MSB) is on the left. 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1100 is the binary equivalent to the Base10 value of 12. We can verify this by doing some math. We start by multiplying the binary value by the place value. 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Everywhere there is a one, we multiply the decimal value of the column and ADD.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8 + 4 + 0 + 0 = 12.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CC43F93-7FB9-49A7-816C-928A0F76E1EA}"/>
              </a:ext>
            </a:extLst>
          </p:cNvPr>
          <p:cNvGraphicFramePr>
            <a:graphicFrameLocks noGrp="1"/>
          </p:cNvGraphicFramePr>
          <p:nvPr/>
        </p:nvGraphicFramePr>
        <p:xfrm>
          <a:off x="913587" y="2044402"/>
          <a:ext cx="7597578" cy="505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6792">
                  <a:extLst>
                    <a:ext uri="{9D8B030D-6E8A-4147-A177-3AD203B41FA5}">
                      <a16:colId xmlns:a16="http://schemas.microsoft.com/office/drawing/2014/main" val="495871774"/>
                    </a:ext>
                  </a:extLst>
                </a:gridCol>
                <a:gridCol w="634464">
                  <a:extLst>
                    <a:ext uri="{9D8B030D-6E8A-4147-A177-3AD203B41FA5}">
                      <a16:colId xmlns:a16="http://schemas.microsoft.com/office/drawing/2014/main" val="2802674900"/>
                    </a:ext>
                  </a:extLst>
                </a:gridCol>
                <a:gridCol w="741859">
                  <a:extLst>
                    <a:ext uri="{9D8B030D-6E8A-4147-A177-3AD203B41FA5}">
                      <a16:colId xmlns:a16="http://schemas.microsoft.com/office/drawing/2014/main" val="1563348558"/>
                    </a:ext>
                  </a:extLst>
                </a:gridCol>
                <a:gridCol w="742621">
                  <a:extLst>
                    <a:ext uri="{9D8B030D-6E8A-4147-A177-3AD203B41FA5}">
                      <a16:colId xmlns:a16="http://schemas.microsoft.com/office/drawing/2014/main" val="1050139452"/>
                    </a:ext>
                  </a:extLst>
                </a:gridCol>
                <a:gridCol w="742621">
                  <a:extLst>
                    <a:ext uri="{9D8B030D-6E8A-4147-A177-3AD203B41FA5}">
                      <a16:colId xmlns:a16="http://schemas.microsoft.com/office/drawing/2014/main" val="1658516986"/>
                    </a:ext>
                  </a:extLst>
                </a:gridCol>
                <a:gridCol w="741859">
                  <a:extLst>
                    <a:ext uri="{9D8B030D-6E8A-4147-A177-3AD203B41FA5}">
                      <a16:colId xmlns:a16="http://schemas.microsoft.com/office/drawing/2014/main" val="2239185972"/>
                    </a:ext>
                  </a:extLst>
                </a:gridCol>
                <a:gridCol w="610091">
                  <a:extLst>
                    <a:ext uri="{9D8B030D-6E8A-4147-A177-3AD203B41FA5}">
                      <a16:colId xmlns:a16="http://schemas.microsoft.com/office/drawing/2014/main" val="3875295917"/>
                    </a:ext>
                  </a:extLst>
                </a:gridCol>
                <a:gridCol w="761662">
                  <a:extLst>
                    <a:ext uri="{9D8B030D-6E8A-4147-A177-3AD203B41FA5}">
                      <a16:colId xmlns:a16="http://schemas.microsoft.com/office/drawing/2014/main" val="1568215641"/>
                    </a:ext>
                  </a:extLst>
                </a:gridCol>
                <a:gridCol w="761662">
                  <a:extLst>
                    <a:ext uri="{9D8B030D-6E8A-4147-A177-3AD203B41FA5}">
                      <a16:colId xmlns:a16="http://schemas.microsoft.com/office/drawing/2014/main" val="3310761069"/>
                    </a:ext>
                  </a:extLst>
                </a:gridCol>
                <a:gridCol w="763947">
                  <a:extLst>
                    <a:ext uri="{9D8B030D-6E8A-4147-A177-3AD203B41FA5}">
                      <a16:colId xmlns:a16="http://schemas.microsoft.com/office/drawing/2014/main" val="2656479930"/>
                    </a:ext>
                  </a:extLst>
                </a:gridCol>
              </a:tblGrid>
              <a:tr h="2526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Place Value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8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7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1921541484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Binary Digit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131224941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C396440-2C45-49A0-B5BA-5A5081A57FED}"/>
              </a:ext>
            </a:extLst>
          </p:cNvPr>
          <p:cNvGraphicFramePr>
            <a:graphicFrameLocks noGrp="1"/>
          </p:cNvGraphicFramePr>
          <p:nvPr/>
        </p:nvGraphicFramePr>
        <p:xfrm>
          <a:off x="625201" y="3277743"/>
          <a:ext cx="10512860" cy="10108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2150">
                  <a:extLst>
                    <a:ext uri="{9D8B030D-6E8A-4147-A177-3AD203B41FA5}">
                      <a16:colId xmlns:a16="http://schemas.microsoft.com/office/drawing/2014/main" val="1817159310"/>
                    </a:ext>
                  </a:extLst>
                </a:gridCol>
                <a:gridCol w="2102150">
                  <a:extLst>
                    <a:ext uri="{9D8B030D-6E8A-4147-A177-3AD203B41FA5}">
                      <a16:colId xmlns:a16="http://schemas.microsoft.com/office/drawing/2014/main" val="1067404191"/>
                    </a:ext>
                  </a:extLst>
                </a:gridCol>
                <a:gridCol w="2103205">
                  <a:extLst>
                    <a:ext uri="{9D8B030D-6E8A-4147-A177-3AD203B41FA5}">
                      <a16:colId xmlns:a16="http://schemas.microsoft.com/office/drawing/2014/main" val="2952365382"/>
                    </a:ext>
                  </a:extLst>
                </a:gridCol>
                <a:gridCol w="2102150">
                  <a:extLst>
                    <a:ext uri="{9D8B030D-6E8A-4147-A177-3AD203B41FA5}">
                      <a16:colId xmlns:a16="http://schemas.microsoft.com/office/drawing/2014/main" val="3436385049"/>
                    </a:ext>
                  </a:extLst>
                </a:gridCol>
                <a:gridCol w="2103205">
                  <a:extLst>
                    <a:ext uri="{9D8B030D-6E8A-4147-A177-3AD203B41FA5}">
                      <a16:colId xmlns:a16="http://schemas.microsoft.com/office/drawing/2014/main" val="4207428623"/>
                    </a:ext>
                  </a:extLst>
                </a:gridCol>
              </a:tblGrid>
              <a:tr h="2526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Place Value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r>
                        <a:rPr lang="en-US" sz="1200" kern="100" baseline="300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121821887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Decimal Value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3817075818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Binary Value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367534539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Total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4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399052328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990018A-7658-4F92-8191-1A1036CE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91" y="20053"/>
            <a:ext cx="11350843" cy="320591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086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1" y="851133"/>
            <a:ext cx="11781655" cy="4469236"/>
          </a:xfrm>
        </p:spPr>
        <p:txBody>
          <a:bodyPr>
            <a:normAutofit/>
          </a:bodyPr>
          <a:lstStyle/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We can verify this by dividing the decimal value by 2 and recording the remainder (r).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r>
              <a:rPr lang="en-US" sz="1400" dirty="0"/>
              <a:t>Arrange the remainders into order from MSB to LSB and we end up with 1100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35217AA-9F43-4AD0-8680-08EC8354D94D}"/>
              </a:ext>
            </a:extLst>
          </p:cNvPr>
          <p:cNvGraphicFramePr>
            <a:graphicFrameLocks noGrp="1"/>
          </p:cNvGraphicFramePr>
          <p:nvPr/>
        </p:nvGraphicFramePr>
        <p:xfrm>
          <a:off x="1189412" y="1355059"/>
          <a:ext cx="7227180" cy="1853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060">
                  <a:extLst>
                    <a:ext uri="{9D8B030D-6E8A-4147-A177-3AD203B41FA5}">
                      <a16:colId xmlns:a16="http://schemas.microsoft.com/office/drawing/2014/main" val="3417769369"/>
                    </a:ext>
                  </a:extLst>
                </a:gridCol>
                <a:gridCol w="2409060">
                  <a:extLst>
                    <a:ext uri="{9D8B030D-6E8A-4147-A177-3AD203B41FA5}">
                      <a16:colId xmlns:a16="http://schemas.microsoft.com/office/drawing/2014/main" val="2591392647"/>
                    </a:ext>
                  </a:extLst>
                </a:gridCol>
                <a:gridCol w="2409060">
                  <a:extLst>
                    <a:ext uri="{9D8B030D-6E8A-4147-A177-3AD203B41FA5}">
                      <a16:colId xmlns:a16="http://schemas.microsoft.com/office/drawing/2014/main" val="513368951"/>
                    </a:ext>
                  </a:extLst>
                </a:gridCol>
              </a:tblGrid>
              <a:tr h="370743"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Remainder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37269613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12 / 2 = 6 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LSB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976726300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/ 2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77831263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/ 2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447426022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/ 2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MSB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3057489511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B7984B2-4899-4410-BEE8-393A4191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713"/>
            <a:ext cx="10512425" cy="319087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132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1" y="851133"/>
            <a:ext cx="11781655" cy="4469236"/>
          </a:xfrm>
        </p:spPr>
        <p:txBody>
          <a:bodyPr>
            <a:normAutofit/>
          </a:bodyPr>
          <a:lstStyle/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endParaRPr lang="en-US" sz="1400" dirty="0"/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endParaRPr lang="en-US" sz="1400" dirty="0"/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endParaRPr lang="en-US" sz="1400" dirty="0"/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Hexadecimal, or simply Hex, is a Base16 system. </a:t>
            </a:r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Instead of counting from 0 to 9 as with Base10, the number range is from 0 to F with A, B, C, D, and F representing 10, 11, 12, 13, 14, and 15 respectively.</a:t>
            </a:r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When counting in decimal, we essentially start with 0 and count up to 9.  Once we move past 9, we set the next column (or place value) to 1 and reset the first column back to 0 to get 10. Again, we count up and then the first column gets to 9, we add or increment the second column to 2 and reset the first back to 0 and so on. </a:t>
            </a:r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With Hex, we essentially do the same thing, however, when we get to 9, we change to the letter A and continue until we reach the letter F. After that, we set the next column to 1 and reset the first column back to 0. So we get 0x10. This is a little confusing because the hex 0x10 is not the decimal 10. 0x10 is actually 16 decimal. 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CF8D49-166D-4BCA-BEEE-9D4008E8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6713"/>
            <a:ext cx="11350625" cy="319087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18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0" y="686514"/>
            <a:ext cx="8818510" cy="4469236"/>
          </a:xfrm>
        </p:spPr>
        <p:txBody>
          <a:bodyPr>
            <a:normAutofit/>
          </a:bodyPr>
          <a:lstStyle/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endParaRPr lang="en-US" sz="1400" dirty="0"/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The table shows the values from 0 to 16.</a:t>
            </a:r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Note the 0x at the beginning of each hexadecimal value. </a:t>
            </a:r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This prefix identifies the value as being in hexadecimal. </a:t>
            </a:r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While we could use the subscript H (e.g., 1A3H) to denote hexadecimal, this is not commonly used. </a:t>
            </a:r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r>
              <a:rPr lang="en-US" sz="1400" dirty="0"/>
              <a:t>Another method is to place the base value as a subscript, such as E₁₆, but this is typically only used when working with multiple base values.</a:t>
            </a:r>
          </a:p>
          <a:p>
            <a:pPr marL="285664" indent="-285664">
              <a:spcBef>
                <a:spcPts val="0"/>
              </a:spcBef>
              <a:spcAft>
                <a:spcPts val="575"/>
              </a:spcAft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3AD3FE-F755-4ED5-9904-12180277BDCD}"/>
              </a:ext>
            </a:extLst>
          </p:cNvPr>
          <p:cNvGraphicFramePr>
            <a:graphicFrameLocks noGrp="1"/>
          </p:cNvGraphicFramePr>
          <p:nvPr/>
        </p:nvGraphicFramePr>
        <p:xfrm>
          <a:off x="9295285" y="795153"/>
          <a:ext cx="2075260" cy="43501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0271">
                  <a:extLst>
                    <a:ext uri="{9D8B030D-6E8A-4147-A177-3AD203B41FA5}">
                      <a16:colId xmlns:a16="http://schemas.microsoft.com/office/drawing/2014/main" val="3595496678"/>
                    </a:ext>
                  </a:extLst>
                </a:gridCol>
                <a:gridCol w="1204989">
                  <a:extLst>
                    <a:ext uri="{9D8B030D-6E8A-4147-A177-3AD203B41FA5}">
                      <a16:colId xmlns:a16="http://schemas.microsoft.com/office/drawing/2014/main" val="188748323"/>
                    </a:ext>
                  </a:extLst>
                </a:gridCol>
              </a:tblGrid>
              <a:tr h="4004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Decimal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Hexadecimal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4072323996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0x0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834950794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0x1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3174150784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en-US" sz="11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0x2</a:t>
                      </a:r>
                      <a:endParaRPr lang="en-US" sz="11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2832464307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0x3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2760140668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4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0x4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361543568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5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0x5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3127529835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6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0x6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818081819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7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0x7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982540281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8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0x8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1530334839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9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0x9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4202574235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10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0xA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3466297166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11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0xB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561699477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12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0xC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2777285212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13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0xD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1559941353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14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0xE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3479382716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15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0xF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3424413462"/>
                  </a:ext>
                </a:extLst>
              </a:tr>
              <a:tr h="2323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16</a:t>
                      </a:r>
                      <a:endParaRPr lang="en-US" sz="11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0x10</a:t>
                      </a:r>
                      <a:endParaRPr lang="en-US" sz="11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2107" marR="32107" marT="32107" marB="32107"/>
                </a:tc>
                <a:extLst>
                  <a:ext uri="{0D108BD9-81ED-4DB2-BD59-A6C34878D82A}">
                    <a16:rowId xmlns:a16="http://schemas.microsoft.com/office/drawing/2014/main" val="20547943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F9C8B8-3048-46F6-AB54-FE264EA33CA1}"/>
              </a:ext>
            </a:extLst>
          </p:cNvPr>
          <p:cNvSpPr txBox="1"/>
          <p:nvPr/>
        </p:nvSpPr>
        <p:spPr>
          <a:xfrm>
            <a:off x="5638645" y="3575702"/>
            <a:ext cx="914162" cy="353723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endParaRPr lang="en-US" sz="1999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5B1A5-5D8F-4AD4-84F6-254AAA835AA3}"/>
              </a:ext>
            </a:extLst>
          </p:cNvPr>
          <p:cNvSpPr txBox="1"/>
          <p:nvPr/>
        </p:nvSpPr>
        <p:spPr>
          <a:xfrm>
            <a:off x="10040019" y="1246826"/>
            <a:ext cx="65" cy="353851"/>
          </a:xfrm>
          <a:prstGeom prst="rect">
            <a:avLst/>
          </a:prstGeom>
          <a:noFill/>
          <a:effectLst/>
        </p:spPr>
        <p:txBody>
          <a:bodyPr wrap="none" lIns="0" tIns="0" rIns="0" rtlCol="0" anchor="b">
            <a:spAutoFit/>
          </a:bodyPr>
          <a:lstStyle/>
          <a:p>
            <a:endParaRPr lang="en-US" sz="1999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51CD64D-7B2B-4412-AD93-6CACFF8A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713"/>
            <a:ext cx="10512425" cy="319087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835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849F-EBF5-474E-BA48-AC530DC7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365924"/>
            <a:ext cx="10512862" cy="32059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1" y="851133"/>
            <a:ext cx="11781655" cy="4469236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spcAft>
                <a:spcPts val="575"/>
              </a:spcAft>
            </a:pPr>
            <a:r>
              <a:rPr lang="en-US" sz="1799" kern="100" dirty="0">
                <a:latin typeface="Liberation Serif"/>
                <a:ea typeface="WenQuanYi Micro Hei"/>
                <a:cs typeface="Lohit Devanagari"/>
              </a:rPr>
              <a:t>Convert 0x305 to Decimal</a:t>
            </a:r>
          </a:p>
          <a:p>
            <a:pPr marL="0">
              <a:spcBef>
                <a:spcPts val="0"/>
              </a:spcBef>
              <a:spcAft>
                <a:spcPts val="575"/>
              </a:spcAft>
            </a:pPr>
            <a:r>
              <a:rPr lang="en-US" sz="1799" kern="100" dirty="0">
                <a:latin typeface="Liberation Serif"/>
                <a:ea typeface="WenQuanYi Micro Hei"/>
                <a:cs typeface="Lohit Devanagari"/>
              </a:rPr>
              <a:t>Since the 0x is not calculated into our conversion, we will drop that to leave us with 305</a:t>
            </a: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r>
              <a:rPr lang="en-US" sz="1799" kern="100" dirty="0">
                <a:latin typeface="Liberation Serif"/>
                <a:ea typeface="WenQuanYi Micro Hei"/>
                <a:cs typeface="Lohit Devanagari"/>
              </a:rPr>
              <a:t>Let’s check the accuracy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8B84D0-37C6-4CD1-99CE-C8972073F0F6}"/>
              </a:ext>
            </a:extLst>
          </p:cNvPr>
          <p:cNvGraphicFramePr>
            <a:graphicFrameLocks noGrp="1"/>
          </p:cNvGraphicFramePr>
          <p:nvPr/>
        </p:nvGraphicFramePr>
        <p:xfrm>
          <a:off x="1284555" y="1604447"/>
          <a:ext cx="6383369" cy="10108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6004">
                  <a:extLst>
                    <a:ext uri="{9D8B030D-6E8A-4147-A177-3AD203B41FA5}">
                      <a16:colId xmlns:a16="http://schemas.microsoft.com/office/drawing/2014/main" val="721214594"/>
                    </a:ext>
                  </a:extLst>
                </a:gridCol>
                <a:gridCol w="936227">
                  <a:extLst>
                    <a:ext uri="{9D8B030D-6E8A-4147-A177-3AD203B41FA5}">
                      <a16:colId xmlns:a16="http://schemas.microsoft.com/office/drawing/2014/main" val="1983735640"/>
                    </a:ext>
                  </a:extLst>
                </a:gridCol>
                <a:gridCol w="936227">
                  <a:extLst>
                    <a:ext uri="{9D8B030D-6E8A-4147-A177-3AD203B41FA5}">
                      <a16:colId xmlns:a16="http://schemas.microsoft.com/office/drawing/2014/main" val="2131234203"/>
                    </a:ext>
                  </a:extLst>
                </a:gridCol>
                <a:gridCol w="3744911">
                  <a:extLst>
                    <a:ext uri="{9D8B030D-6E8A-4147-A177-3AD203B41FA5}">
                      <a16:colId xmlns:a16="http://schemas.microsoft.com/office/drawing/2014/main" val="2396204713"/>
                    </a:ext>
                  </a:extLst>
                </a:gridCol>
              </a:tblGrid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575292147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256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914183475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4031255822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768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768 + 0 + 5 = 773 (in decimal)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399997236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5B58683B-184C-4AA0-ACEB-C2372E7A59AB}"/>
              </a:ext>
            </a:extLst>
          </p:cNvPr>
          <p:cNvGraphicFramePr>
            <a:graphicFrameLocks noGrp="1"/>
          </p:cNvGraphicFramePr>
          <p:nvPr/>
        </p:nvGraphicFramePr>
        <p:xfrm>
          <a:off x="1189412" y="3466652"/>
          <a:ext cx="7227180" cy="1482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060">
                  <a:extLst>
                    <a:ext uri="{9D8B030D-6E8A-4147-A177-3AD203B41FA5}">
                      <a16:colId xmlns:a16="http://schemas.microsoft.com/office/drawing/2014/main" val="3417769369"/>
                    </a:ext>
                  </a:extLst>
                </a:gridCol>
                <a:gridCol w="2409060">
                  <a:extLst>
                    <a:ext uri="{9D8B030D-6E8A-4147-A177-3AD203B41FA5}">
                      <a16:colId xmlns:a16="http://schemas.microsoft.com/office/drawing/2014/main" val="2591392647"/>
                    </a:ext>
                  </a:extLst>
                </a:gridCol>
                <a:gridCol w="2409060">
                  <a:extLst>
                    <a:ext uri="{9D8B030D-6E8A-4147-A177-3AD203B41FA5}">
                      <a16:colId xmlns:a16="http://schemas.microsoft.com/office/drawing/2014/main" val="513368951"/>
                    </a:ext>
                  </a:extLst>
                </a:gridCol>
              </a:tblGrid>
              <a:tr h="370743"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Remainder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37269613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  <a:latin typeface="Arial" panose="020B0604020202020204" pitchFamily="34" charset="0"/>
                          <a:ea typeface="WenQuanYi Micro Hei"/>
                          <a:cs typeface="Arial" panose="020B0604020202020204" pitchFamily="34" charset="0"/>
                        </a:rPr>
                        <a:t>773 / 16 = 48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LSB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976726300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 / 16 = 3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77831263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/ 16 = 0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MSB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44742602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E41CD95-68FE-4E21-9DE4-D398C73B51A6}"/>
              </a:ext>
            </a:extLst>
          </p:cNvPr>
          <p:cNvSpPr txBox="1"/>
          <p:nvPr/>
        </p:nvSpPr>
        <p:spPr>
          <a:xfrm>
            <a:off x="2965115" y="5115753"/>
            <a:ext cx="6103606" cy="30769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ea typeface="WenQuanYi Micro Hei"/>
                <a:cs typeface="Arial" panose="020B0604020202020204" pitchFamily="34" charset="0"/>
              </a:rPr>
              <a:t>Hex value is 305 or 0x305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0215AC6-0F4F-40F8-B3E3-066C1DE15F27}"/>
              </a:ext>
            </a:extLst>
          </p:cNvPr>
          <p:cNvSpPr txBox="1">
            <a:spLocks/>
          </p:cNvSpPr>
          <p:nvPr/>
        </p:nvSpPr>
        <p:spPr>
          <a:xfrm>
            <a:off x="838200" y="366713"/>
            <a:ext cx="10512425" cy="319087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</a:bodyPr>
          <a:lstStyle>
            <a:lvl1pPr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/>
              <a:defRPr sz="44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kern="10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3642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1" y="851133"/>
            <a:ext cx="11781655" cy="4469236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spcAft>
                <a:spcPts val="575"/>
              </a:spcAft>
            </a:pPr>
            <a:r>
              <a:rPr lang="en-US" sz="1799" kern="100" dirty="0">
                <a:latin typeface="Liberation Serif"/>
                <a:ea typeface="WenQuanYi Micro Hei"/>
                <a:cs typeface="Lohit Devanagari"/>
              </a:rPr>
              <a:t>Convert 0xF65 to Decimal</a:t>
            </a:r>
          </a:p>
          <a:p>
            <a:pPr marL="0">
              <a:spcBef>
                <a:spcPts val="0"/>
              </a:spcBef>
              <a:spcAft>
                <a:spcPts val="575"/>
              </a:spcAft>
            </a:pPr>
            <a:r>
              <a:rPr lang="en-US" sz="1799" kern="100" dirty="0">
                <a:latin typeface="Liberation Serif"/>
                <a:ea typeface="WenQuanYi Micro Hei"/>
                <a:cs typeface="Lohit Devanagari"/>
              </a:rPr>
              <a:t>Since the 0x is not calculated into our conversion, we will drop that to leave us with F65</a:t>
            </a: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0">
              <a:spcBef>
                <a:spcPts val="0"/>
              </a:spcBef>
              <a:spcAft>
                <a:spcPts val="575"/>
              </a:spcAft>
            </a:pPr>
            <a:endParaRPr lang="en-US" sz="1799" kern="100" dirty="0">
              <a:latin typeface="Liberation Serif"/>
              <a:ea typeface="WenQuanYi Micro Hei"/>
              <a:cs typeface="Lohit Devanagari"/>
            </a:endParaRP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>
              <a:spcBef>
                <a:spcPts val="0"/>
              </a:spcBef>
              <a:spcAft>
                <a:spcPts val="575"/>
              </a:spcAft>
            </a:pPr>
            <a:r>
              <a:rPr lang="en-US" sz="1400" kern="100" dirty="0">
                <a:latin typeface="Liberation Serif"/>
                <a:ea typeface="WenQuanYi Micro Hei"/>
                <a:cs typeface="Lohit Devanagari"/>
              </a:rPr>
              <a:t>Convert </a:t>
            </a:r>
            <a:r>
              <a:rPr lang="en-US" sz="1799" kern="100" dirty="0">
                <a:latin typeface="Liberation Serif"/>
                <a:ea typeface="WenQuanYi Micro Hei"/>
                <a:cs typeface="Lohit Devanagari"/>
              </a:rPr>
              <a:t>0xEF8 </a:t>
            </a:r>
            <a:r>
              <a:rPr lang="en-US" sz="1400" kern="100" dirty="0">
                <a:latin typeface="Liberation Serif"/>
                <a:ea typeface="WenQuanYi Micro Hei"/>
                <a:cs typeface="Lohit Devanagari"/>
              </a:rPr>
              <a:t>to Decimal</a:t>
            </a:r>
          </a:p>
          <a:p>
            <a:pPr marL="0">
              <a:spcBef>
                <a:spcPts val="0"/>
              </a:spcBef>
              <a:spcAft>
                <a:spcPts val="575"/>
              </a:spcAft>
            </a:pPr>
            <a:r>
              <a:rPr lang="en-US" sz="1400" kern="100" dirty="0">
                <a:latin typeface="Liberation Serif"/>
                <a:ea typeface="WenQuanYi Micro Hei"/>
                <a:cs typeface="Lohit Devanagari"/>
              </a:rPr>
              <a:t>Since the 0x is not calculated into our conversion, we will drop that to leave us with EF8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8B84D0-37C6-4CD1-99CE-C8972073F0F6}"/>
              </a:ext>
            </a:extLst>
          </p:cNvPr>
          <p:cNvGraphicFramePr>
            <a:graphicFrameLocks noGrp="1"/>
          </p:cNvGraphicFramePr>
          <p:nvPr/>
        </p:nvGraphicFramePr>
        <p:xfrm>
          <a:off x="1099523" y="1742247"/>
          <a:ext cx="7837197" cy="10108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785">
                  <a:extLst>
                    <a:ext uri="{9D8B030D-6E8A-4147-A177-3AD203B41FA5}">
                      <a16:colId xmlns:a16="http://schemas.microsoft.com/office/drawing/2014/main" val="2544330335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721214594"/>
                    </a:ext>
                  </a:extLst>
                </a:gridCol>
                <a:gridCol w="930220">
                  <a:extLst>
                    <a:ext uri="{9D8B030D-6E8A-4147-A177-3AD203B41FA5}">
                      <a16:colId xmlns:a16="http://schemas.microsoft.com/office/drawing/2014/main" val="1983735640"/>
                    </a:ext>
                  </a:extLst>
                </a:gridCol>
                <a:gridCol w="930220">
                  <a:extLst>
                    <a:ext uri="{9D8B030D-6E8A-4147-A177-3AD203B41FA5}">
                      <a16:colId xmlns:a16="http://schemas.microsoft.com/office/drawing/2014/main" val="2131234203"/>
                    </a:ext>
                  </a:extLst>
                </a:gridCol>
                <a:gridCol w="3720882">
                  <a:extLst>
                    <a:ext uri="{9D8B030D-6E8A-4147-A177-3AD203B41FA5}">
                      <a16:colId xmlns:a16="http://schemas.microsoft.com/office/drawing/2014/main" val="2396204713"/>
                    </a:ext>
                  </a:extLst>
                </a:gridCol>
              </a:tblGrid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575292147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256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914183475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Liberation Serif"/>
                          <a:ea typeface="WenQuanYi Micro Hei"/>
                          <a:cs typeface="Lohit Devanagari"/>
                        </a:rPr>
                        <a:t>Hex Number</a:t>
                      </a: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F (15)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6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4031255822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3840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96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</a:rPr>
                        <a:t>3840 + 96 + 5 = 3941 (in decimal)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39999723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93A7F4-EC74-4582-8A94-4F5C4EAEC277}"/>
              </a:ext>
            </a:extLst>
          </p:cNvPr>
          <p:cNvGraphicFramePr>
            <a:graphicFrameLocks noGrp="1"/>
          </p:cNvGraphicFramePr>
          <p:nvPr/>
        </p:nvGraphicFramePr>
        <p:xfrm>
          <a:off x="968752" y="4294509"/>
          <a:ext cx="7837197" cy="10108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785">
                  <a:extLst>
                    <a:ext uri="{9D8B030D-6E8A-4147-A177-3AD203B41FA5}">
                      <a16:colId xmlns:a16="http://schemas.microsoft.com/office/drawing/2014/main" val="2544330335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721214594"/>
                    </a:ext>
                  </a:extLst>
                </a:gridCol>
                <a:gridCol w="930220">
                  <a:extLst>
                    <a:ext uri="{9D8B030D-6E8A-4147-A177-3AD203B41FA5}">
                      <a16:colId xmlns:a16="http://schemas.microsoft.com/office/drawing/2014/main" val="1983735640"/>
                    </a:ext>
                  </a:extLst>
                </a:gridCol>
                <a:gridCol w="930220">
                  <a:extLst>
                    <a:ext uri="{9D8B030D-6E8A-4147-A177-3AD203B41FA5}">
                      <a16:colId xmlns:a16="http://schemas.microsoft.com/office/drawing/2014/main" val="2131234203"/>
                    </a:ext>
                  </a:extLst>
                </a:gridCol>
                <a:gridCol w="3720882">
                  <a:extLst>
                    <a:ext uri="{9D8B030D-6E8A-4147-A177-3AD203B41FA5}">
                      <a16:colId xmlns:a16="http://schemas.microsoft.com/office/drawing/2014/main" val="2396204713"/>
                    </a:ext>
                  </a:extLst>
                </a:gridCol>
              </a:tblGrid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r>
                        <a:rPr lang="en-US" sz="1200" kern="100" baseline="3000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575292147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256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2914183475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Liberation Serif"/>
                          <a:ea typeface="WenQuanYi Micro Hei"/>
                          <a:cs typeface="Lohit Devanagari"/>
                        </a:rPr>
                        <a:t>Hex Number</a:t>
                      </a: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E (14)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F (15)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4031255822"/>
                  </a:ext>
                </a:extLst>
              </a:tr>
              <a:tr h="25266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3584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240</a:t>
                      </a:r>
                      <a:endParaRPr lang="en-US" sz="1200" kern="10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8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</a:rPr>
                        <a:t>3584 + 240 + 8 = 3832 (in decimal)</a:t>
                      </a:r>
                      <a:endParaRPr lang="en-US" sz="1200" kern="100" dirty="0">
                        <a:effectLst/>
                        <a:latin typeface="Liberation Serif"/>
                        <a:ea typeface="WenQuanYi Micro Hei"/>
                        <a:cs typeface="Lohit Devanagari"/>
                      </a:endParaRPr>
                    </a:p>
                  </a:txBody>
                  <a:tcPr marL="34916" marR="34916" marT="34916" marB="34916"/>
                </a:tc>
                <a:extLst>
                  <a:ext uri="{0D108BD9-81ED-4DB2-BD59-A6C34878D82A}">
                    <a16:rowId xmlns:a16="http://schemas.microsoft.com/office/drawing/2014/main" val="39999723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1EE9ECD0-747F-4DDB-99E1-BEA87163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713"/>
            <a:ext cx="10512425" cy="319087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523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1" y="851133"/>
            <a:ext cx="11781655" cy="4469236"/>
          </a:xfrm>
        </p:spPr>
        <p:txBody>
          <a:bodyPr>
            <a:normAutofit/>
          </a:bodyPr>
          <a:lstStyle/>
          <a:p>
            <a:r>
              <a:rPr lang="en-US" sz="1400" dirty="0"/>
              <a:t>Convert the binary number </a:t>
            </a:r>
            <a:r>
              <a:rPr lang="en-US" sz="1400" b="1" dirty="0"/>
              <a:t>110110111011</a:t>
            </a:r>
            <a:r>
              <a:rPr lang="en-US" sz="1400" dirty="0"/>
              <a:t> to hexadecimal</a:t>
            </a:r>
          </a:p>
          <a:p>
            <a:pPr marL="342797" indent="-342797">
              <a:buFont typeface="+mj-lt"/>
              <a:buAutoNum type="arabicPeriod"/>
            </a:pPr>
            <a:r>
              <a:rPr lang="en-US" sz="1400" b="1" dirty="0"/>
              <a:t>Group the binary number into sets of 4 digits</a:t>
            </a:r>
            <a:r>
              <a:rPr lang="en-US" sz="1400" dirty="0"/>
              <a:t> (from right to left):</a:t>
            </a:r>
          </a:p>
          <a:p>
            <a:pPr lvl="1"/>
            <a:r>
              <a:rPr lang="en-US" sz="1400" dirty="0"/>
              <a:t>1101 1011 1011</a:t>
            </a:r>
          </a:p>
          <a:p>
            <a:pPr marL="342797" indent="-342797">
              <a:buFont typeface="+mj-lt"/>
              <a:buAutoNum type="arabicPeriod"/>
            </a:pPr>
            <a:r>
              <a:rPr lang="en-US" sz="1400" dirty="0"/>
              <a:t>(No padding needed in this case.)</a:t>
            </a:r>
          </a:p>
          <a:p>
            <a:pPr marL="342797" indent="-342797">
              <a:buFont typeface="+mj-lt"/>
              <a:buAutoNum type="arabicPeriod"/>
            </a:pPr>
            <a:r>
              <a:rPr lang="en-US" sz="1400" b="1" dirty="0"/>
              <a:t>Convert each group to hexadecimal</a:t>
            </a:r>
            <a:endParaRPr lang="en-US" sz="1400" dirty="0"/>
          </a:p>
          <a:p>
            <a:pPr lvl="1"/>
            <a:r>
              <a:rPr lang="en-US" sz="1400" dirty="0"/>
              <a:t>1101 → D</a:t>
            </a:r>
          </a:p>
          <a:p>
            <a:pPr lvl="1"/>
            <a:r>
              <a:rPr lang="en-US" sz="1400" dirty="0"/>
              <a:t>1011 → B</a:t>
            </a:r>
          </a:p>
          <a:p>
            <a:pPr lvl="1"/>
            <a:r>
              <a:rPr lang="en-US" sz="1400" dirty="0"/>
              <a:t>1011 → B</a:t>
            </a:r>
          </a:p>
          <a:p>
            <a:pPr marL="342797" indent="-342797">
              <a:buFont typeface="+mj-lt"/>
              <a:buAutoNum type="arabicPeriod"/>
            </a:pPr>
            <a:r>
              <a:rPr lang="en-US" sz="1400" b="1" dirty="0"/>
              <a:t>Combine the hexadecimal digits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The hexadecimal representation is 0x</a:t>
            </a:r>
            <a:r>
              <a:rPr lang="en-US" sz="1400" b="1" dirty="0"/>
              <a:t>DBB</a:t>
            </a:r>
            <a:r>
              <a:rPr lang="en-US" sz="1400" dirty="0"/>
              <a:t>.</a:t>
            </a:r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  <a:p>
            <a:pPr marL="285664" indent="-285664">
              <a:lnSpc>
                <a:spcPct val="100000"/>
              </a:lnSpc>
              <a:spcBef>
                <a:spcPts val="0"/>
              </a:spcBef>
            </a:pPr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70451B-AE32-4EF5-B924-0A6A44F3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713"/>
            <a:ext cx="10512425" cy="319087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80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091" y="851133"/>
            <a:ext cx="11781655" cy="4469236"/>
          </a:xfrm>
        </p:spPr>
        <p:txBody>
          <a:bodyPr>
            <a:normAutofit/>
          </a:bodyPr>
          <a:lstStyle/>
          <a:p>
            <a:r>
              <a:rPr lang="en-US" sz="1600" dirty="0"/>
              <a:t>Let's convert the binary number </a:t>
            </a:r>
            <a:r>
              <a:rPr lang="en-US" sz="1600" b="1" dirty="0"/>
              <a:t>1011101</a:t>
            </a:r>
            <a:r>
              <a:rPr lang="en-US" sz="1600" dirty="0"/>
              <a:t> to hexadecimal:</a:t>
            </a:r>
          </a:p>
          <a:p>
            <a:pPr marL="342797" indent="-342797">
              <a:buFont typeface="+mj-lt"/>
              <a:buAutoNum type="arabicPeriod"/>
            </a:pPr>
            <a:r>
              <a:rPr lang="en-US" sz="1600" b="1" dirty="0"/>
              <a:t>Group the binary number into sets of 4 digits</a:t>
            </a:r>
            <a:r>
              <a:rPr lang="en-US" sz="1600" dirty="0"/>
              <a:t> (pad the leftmost group with zeros):</a:t>
            </a:r>
          </a:p>
          <a:p>
            <a:pPr lvl="1"/>
            <a:r>
              <a:rPr lang="en-US" sz="1600" dirty="0"/>
              <a:t>0010 1110 1 → 0010 1110 0001</a:t>
            </a:r>
          </a:p>
          <a:p>
            <a:pPr marL="342797" indent="-342797">
              <a:buFont typeface="+mj-lt"/>
              <a:buAutoNum type="arabicPeriod"/>
            </a:pPr>
            <a:r>
              <a:rPr lang="en-US" sz="1600" b="1" dirty="0"/>
              <a:t>Convert each group to hexadecimal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0010 → 2</a:t>
            </a:r>
          </a:p>
          <a:p>
            <a:pPr lvl="1"/>
            <a:r>
              <a:rPr lang="en-US" sz="1600" dirty="0"/>
              <a:t>1110 → E</a:t>
            </a:r>
          </a:p>
          <a:p>
            <a:pPr lvl="1"/>
            <a:r>
              <a:rPr lang="en-US" sz="1600" dirty="0"/>
              <a:t>0001 → 1</a:t>
            </a:r>
          </a:p>
          <a:p>
            <a:pPr marL="342797" indent="-342797">
              <a:buFont typeface="+mj-lt"/>
              <a:buAutoNum type="arabicPeriod"/>
            </a:pPr>
            <a:r>
              <a:rPr lang="en-US" sz="1600" b="1" dirty="0"/>
              <a:t>Combine the hexadecimal digits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The hexadecimal representation is 0x</a:t>
            </a:r>
            <a:r>
              <a:rPr lang="en-US" sz="1600" b="1" dirty="0"/>
              <a:t>2E1</a:t>
            </a:r>
            <a:r>
              <a:rPr lang="en-US" sz="1600" dirty="0"/>
              <a:t>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DF99C4-FF83-4701-A551-2D0B5D142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713"/>
            <a:ext cx="10512425" cy="319087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960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2F14-2491-4DE0-8B53-1BCBF6CA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0612" y="1295400"/>
            <a:ext cx="11781655" cy="4469236"/>
          </a:xfrm>
        </p:spPr>
        <p:txBody>
          <a:bodyPr>
            <a:noAutofit/>
          </a:bodyPr>
          <a:lstStyle/>
          <a:p>
            <a:r>
              <a:rPr lang="en-US" sz="1000" b="1" dirty="0"/>
              <a:t>Convert 3F to binary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Hexadecimal value</a:t>
            </a:r>
            <a:r>
              <a:rPr lang="en-US" sz="1000" dirty="0"/>
              <a:t>: 3F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Convert each hex digit to binary</a:t>
            </a:r>
            <a:r>
              <a:rPr lang="en-US" sz="1000" dirty="0"/>
              <a:t>:</a:t>
            </a:r>
          </a:p>
          <a:p>
            <a:pPr marL="1199790" lvl="2" indent="-285664">
              <a:buFont typeface="+mj-lt"/>
              <a:buAutoNum type="arabicPeriod"/>
            </a:pPr>
            <a:r>
              <a:rPr lang="en-US" sz="1000" dirty="0"/>
              <a:t>3 → 0011</a:t>
            </a:r>
          </a:p>
          <a:p>
            <a:pPr marL="1199790" lvl="2" indent="-285664">
              <a:buFont typeface="+mj-lt"/>
              <a:buAutoNum type="arabicPeriod"/>
            </a:pPr>
            <a:r>
              <a:rPr lang="en-US" sz="1000" dirty="0"/>
              <a:t>F → 1111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Combine the binary values</a:t>
            </a:r>
            <a:r>
              <a:rPr lang="en-US" sz="1000" dirty="0"/>
              <a:t>: 0011 1111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The binary equivalent of 3F</a:t>
            </a:r>
            <a:r>
              <a:rPr lang="en-US" sz="1000" dirty="0"/>
              <a:t> is </a:t>
            </a:r>
            <a:r>
              <a:rPr lang="en-US" sz="1000" b="1" dirty="0"/>
              <a:t>00111111</a:t>
            </a:r>
            <a:r>
              <a:rPr lang="en-US" sz="1000" dirty="0"/>
              <a:t>.</a:t>
            </a:r>
          </a:p>
          <a:p>
            <a:r>
              <a:rPr lang="en-US" sz="1000" b="1" dirty="0"/>
              <a:t>Convert A9 to binary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Hexadecimal value</a:t>
            </a:r>
            <a:r>
              <a:rPr lang="en-US" sz="1000" dirty="0"/>
              <a:t>: A9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Convert each hex digit to binary</a:t>
            </a:r>
            <a:r>
              <a:rPr lang="en-US" sz="1000" dirty="0"/>
              <a:t>:</a:t>
            </a:r>
          </a:p>
          <a:p>
            <a:pPr marL="1199790" lvl="2" indent="-285664">
              <a:buFont typeface="+mj-lt"/>
              <a:buAutoNum type="arabicPeriod"/>
            </a:pPr>
            <a:r>
              <a:rPr lang="en-US" sz="1000" dirty="0"/>
              <a:t>A → 1010</a:t>
            </a:r>
          </a:p>
          <a:p>
            <a:pPr marL="1199790" lvl="2" indent="-285664">
              <a:buFont typeface="+mj-lt"/>
              <a:buAutoNum type="arabicPeriod"/>
            </a:pPr>
            <a:r>
              <a:rPr lang="en-US" sz="1000" dirty="0"/>
              <a:t>9 → 1001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Combine the binary values</a:t>
            </a:r>
            <a:r>
              <a:rPr lang="en-US" sz="1000" dirty="0"/>
              <a:t>: 1010 1001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The binary equivalent of A9</a:t>
            </a:r>
            <a:r>
              <a:rPr lang="en-US" sz="1000" dirty="0"/>
              <a:t> is </a:t>
            </a:r>
            <a:r>
              <a:rPr lang="en-US" sz="1000" b="1" dirty="0"/>
              <a:t>10101001</a:t>
            </a:r>
            <a:r>
              <a:rPr lang="en-US" sz="1000" dirty="0"/>
              <a:t>.</a:t>
            </a:r>
          </a:p>
          <a:p>
            <a:r>
              <a:rPr lang="en-US" sz="1000" b="1" dirty="0"/>
              <a:t>Convert 7C1 to binary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Hexadecimal value</a:t>
            </a:r>
            <a:r>
              <a:rPr lang="en-US" sz="1000" dirty="0"/>
              <a:t>: 7C1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Convert each hex digit to binary</a:t>
            </a:r>
            <a:r>
              <a:rPr lang="en-US" sz="1000" dirty="0"/>
              <a:t>:</a:t>
            </a:r>
          </a:p>
          <a:p>
            <a:pPr marL="1199790" lvl="2" indent="-285664">
              <a:buFont typeface="+mj-lt"/>
              <a:buAutoNum type="arabicPeriod"/>
            </a:pPr>
            <a:r>
              <a:rPr lang="en-US" sz="1000" dirty="0"/>
              <a:t>7 → 0111</a:t>
            </a:r>
          </a:p>
          <a:p>
            <a:pPr marL="1199790" lvl="2" indent="-285664">
              <a:buFont typeface="+mj-lt"/>
              <a:buAutoNum type="arabicPeriod"/>
            </a:pPr>
            <a:r>
              <a:rPr lang="en-US" sz="1000" dirty="0"/>
              <a:t>C → 1100</a:t>
            </a:r>
          </a:p>
          <a:p>
            <a:pPr marL="1199790" lvl="2" indent="-285664">
              <a:buFont typeface="+mj-lt"/>
              <a:buAutoNum type="arabicPeriod"/>
            </a:pPr>
            <a:r>
              <a:rPr lang="en-US" sz="1000" dirty="0"/>
              <a:t>1 → 0001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Combine the binary values</a:t>
            </a:r>
            <a:r>
              <a:rPr lang="en-US" sz="1000" dirty="0"/>
              <a:t>: 0111 1100 0001</a:t>
            </a:r>
          </a:p>
          <a:p>
            <a:pPr lvl="1">
              <a:buFont typeface="+mj-lt"/>
              <a:buAutoNum type="arabicPeriod"/>
            </a:pPr>
            <a:r>
              <a:rPr lang="en-US" sz="1000" b="1" dirty="0"/>
              <a:t>The binary equivalent of 7C1</a:t>
            </a:r>
            <a:r>
              <a:rPr lang="en-US" sz="1000" dirty="0"/>
              <a:t> is </a:t>
            </a:r>
            <a:r>
              <a:rPr lang="en-US" sz="1000" b="1" dirty="0"/>
              <a:t>011111000001</a:t>
            </a:r>
            <a:r>
              <a:rPr lang="en-US" sz="1000" dirty="0"/>
              <a:t>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2794DB-13D9-4564-9B53-10D581DA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81" y="3712702"/>
            <a:ext cx="261542" cy="276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6" tIns="45708" rIns="91416" bIns="45708" numCol="1" anchor="ctr" anchorCtr="0" compatLnSpc="1">
            <a:prstTxWarp prst="textNoShape">
              <a:avLst/>
            </a:prstTxWarp>
            <a:sp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latin typeface="Liberation Serif"/>
                <a:ea typeface="WenQuanYi Micro Hei" charset="0"/>
                <a:cs typeface="Lohit Devanagari" charset="0"/>
              </a:rPr>
              <a:t>. </a:t>
            </a:r>
            <a:endParaRPr lang="en-US" altLang="zh-CN" sz="1799" dirty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C122E23-7730-423C-B5CE-EFFFF7FC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713"/>
            <a:ext cx="10512425" cy="319087"/>
          </a:xfrm>
        </p:spPr>
        <p:txBody>
          <a:bodyPr>
            <a:noAutofit/>
          </a:bodyPr>
          <a:lstStyle/>
          <a:p>
            <a:pPr algn="ctr"/>
            <a:r>
              <a:rPr lang="en-US" sz="2000" b="1" kern="100" dirty="0">
                <a:latin typeface="Liberation Sans"/>
                <a:ea typeface="WenQuanYi Micro Hei"/>
                <a:cs typeface="Lohit Devanagari"/>
              </a:rPr>
              <a:t>Decimal, Binary and Hexadecimal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6307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784701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Binary to Decimal (100111)	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7212" y="1805933"/>
          <a:ext cx="8125880" cy="1737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15735">
                  <a:extLst>
                    <a:ext uri="{9D8B030D-6E8A-4147-A177-3AD203B41FA5}">
                      <a16:colId xmlns:a16="http://schemas.microsoft.com/office/drawing/2014/main" val="271185483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164306691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6669080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741890628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74021602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321803971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1261344080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634782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46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16003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579812" y="4038600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 +0 + 0 + 4 + 2 + 1 = 39 </a:t>
            </a:r>
          </a:p>
        </p:txBody>
      </p:sp>
    </p:spTree>
    <p:extLst>
      <p:ext uri="{BB962C8B-B14F-4D97-AF65-F5344CB8AC3E}">
        <p14:creationId xmlns:p14="http://schemas.microsoft.com/office/powerpoint/2010/main" val="59084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784701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Binary to Decimal (100111)	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7212" y="1805933"/>
          <a:ext cx="8125880" cy="1737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15735">
                  <a:extLst>
                    <a:ext uri="{9D8B030D-6E8A-4147-A177-3AD203B41FA5}">
                      <a16:colId xmlns:a16="http://schemas.microsoft.com/office/drawing/2014/main" val="271185483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164306691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6669080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741890628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74021602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321803971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1261344080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634782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46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16003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579812" y="4038600"/>
            <a:ext cx="384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 +0 + 0 + 4 + 2 + 1 = 39 </a:t>
            </a:r>
          </a:p>
        </p:txBody>
      </p:sp>
    </p:spTree>
    <p:extLst>
      <p:ext uri="{BB962C8B-B14F-4D97-AF65-F5344CB8AC3E}">
        <p14:creationId xmlns:p14="http://schemas.microsoft.com/office/powerpoint/2010/main" val="2446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784701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Binary to Decimal (0100001) Practice	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7212" y="1805933"/>
          <a:ext cx="8125880" cy="1737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15735">
                  <a:extLst>
                    <a:ext uri="{9D8B030D-6E8A-4147-A177-3AD203B41FA5}">
                      <a16:colId xmlns:a16="http://schemas.microsoft.com/office/drawing/2014/main" val="271185483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164306691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6669080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741890628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74021602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321803971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1261344080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634782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46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160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15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784701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Binary to Decimal (1110001) Practice	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7212" y="1805933"/>
          <a:ext cx="8125880" cy="1737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15735">
                  <a:extLst>
                    <a:ext uri="{9D8B030D-6E8A-4147-A177-3AD203B41FA5}">
                      <a16:colId xmlns:a16="http://schemas.microsoft.com/office/drawing/2014/main" val="271185483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164306691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6669080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741890628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740216026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3218039715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1261344080"/>
                    </a:ext>
                  </a:extLst>
                </a:gridCol>
                <a:gridCol w="1015735">
                  <a:extLst>
                    <a:ext uri="{9D8B030D-6E8A-4147-A177-3AD203B41FA5}">
                      <a16:colId xmlns:a16="http://schemas.microsoft.com/office/drawing/2014/main" val="2634782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46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160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75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8012" y="1066800"/>
            <a:ext cx="1052224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Hexadecimal Number Syste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</a:t>
            </a:r>
          </a:p>
          <a:p>
            <a:pPr algn="ctr"/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Base?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2414" y="2700568"/>
          <a:ext cx="9143995" cy="579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17518">
                  <a:extLst>
                    <a:ext uri="{9D8B030D-6E8A-4147-A177-3AD203B41FA5}">
                      <a16:colId xmlns:a16="http://schemas.microsoft.com/office/drawing/2014/main" val="2711854836"/>
                    </a:ext>
                  </a:extLst>
                </a:gridCol>
                <a:gridCol w="417518">
                  <a:extLst>
                    <a:ext uri="{9D8B030D-6E8A-4147-A177-3AD203B41FA5}">
                      <a16:colId xmlns:a16="http://schemas.microsoft.com/office/drawing/2014/main" val="1643066915"/>
                    </a:ext>
                  </a:extLst>
                </a:gridCol>
                <a:gridCol w="417518">
                  <a:extLst>
                    <a:ext uri="{9D8B030D-6E8A-4147-A177-3AD203B41FA5}">
                      <a16:colId xmlns:a16="http://schemas.microsoft.com/office/drawing/2014/main" val="266690806"/>
                    </a:ext>
                  </a:extLst>
                </a:gridCol>
                <a:gridCol w="417518">
                  <a:extLst>
                    <a:ext uri="{9D8B030D-6E8A-4147-A177-3AD203B41FA5}">
                      <a16:colId xmlns:a16="http://schemas.microsoft.com/office/drawing/2014/main" val="2741890628"/>
                    </a:ext>
                  </a:extLst>
                </a:gridCol>
                <a:gridCol w="425350">
                  <a:extLst>
                    <a:ext uri="{9D8B030D-6E8A-4147-A177-3AD203B41FA5}">
                      <a16:colId xmlns:a16="http://schemas.microsoft.com/office/drawing/2014/main" val="740216026"/>
                    </a:ext>
                  </a:extLst>
                </a:gridCol>
                <a:gridCol w="417518">
                  <a:extLst>
                    <a:ext uri="{9D8B030D-6E8A-4147-A177-3AD203B41FA5}">
                      <a16:colId xmlns:a16="http://schemas.microsoft.com/office/drawing/2014/main" val="3218039715"/>
                    </a:ext>
                  </a:extLst>
                </a:gridCol>
                <a:gridCol w="417518">
                  <a:extLst>
                    <a:ext uri="{9D8B030D-6E8A-4147-A177-3AD203B41FA5}">
                      <a16:colId xmlns:a16="http://schemas.microsoft.com/office/drawing/2014/main" val="1261344080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2634782896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3837690144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3301223677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363677286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3979079573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1174633235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2412803658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2817475457"/>
                    </a:ext>
                  </a:extLst>
                </a:gridCol>
                <a:gridCol w="690393">
                  <a:extLst>
                    <a:ext uri="{9D8B030D-6E8A-4147-A177-3AD203B41FA5}">
                      <a16:colId xmlns:a16="http://schemas.microsoft.com/office/drawing/2014/main" val="37633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830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174381" y="3505200"/>
            <a:ext cx="5840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16 – Multiples of 16 for each Digit</a:t>
            </a:r>
          </a:p>
        </p:txBody>
      </p:sp>
    </p:spTree>
    <p:extLst>
      <p:ext uri="{BB962C8B-B14F-4D97-AF65-F5344CB8AC3E}">
        <p14:creationId xmlns:p14="http://schemas.microsoft.com/office/powerpoint/2010/main" val="145440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" y="893"/>
            <a:ext cx="12185651" cy="712946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242" y="1981577"/>
            <a:ext cx="9598700" cy="207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6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" y="893"/>
            <a:ext cx="12185651" cy="712946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Data</a:t>
            </a:r>
            <a:endParaRPr lang="en-US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9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7981" y="764280"/>
          <a:ext cx="10817582" cy="5635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2374" y="1067415"/>
            <a:ext cx="8484076" cy="472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7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" y="893"/>
            <a:ext cx="12185651" cy="712946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04" y="915055"/>
            <a:ext cx="8227457" cy="47705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940" y="3886081"/>
            <a:ext cx="1950475" cy="685621"/>
          </a:xfrm>
          <a:prstGeom prst="rect">
            <a:avLst/>
          </a:prstGeom>
        </p:spPr>
      </p:pic>
      <p:sp>
        <p:nvSpPr>
          <p:cNvPr id="6" name="Left-Right Arrow 5"/>
          <p:cNvSpPr/>
          <p:nvPr/>
        </p:nvSpPr>
        <p:spPr>
          <a:xfrm>
            <a:off x="6780033" y="4038441"/>
            <a:ext cx="914162" cy="38090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/>
          </a:p>
        </p:txBody>
      </p:sp>
      <p:sp>
        <p:nvSpPr>
          <p:cNvPr id="7" name="Up-Down Arrow 6"/>
          <p:cNvSpPr/>
          <p:nvPr/>
        </p:nvSpPr>
        <p:spPr>
          <a:xfrm>
            <a:off x="8532177" y="3124280"/>
            <a:ext cx="457081" cy="60944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/>
          </a:p>
        </p:txBody>
      </p:sp>
    </p:spTree>
    <p:extLst>
      <p:ext uri="{BB962C8B-B14F-4D97-AF65-F5344CB8AC3E}">
        <p14:creationId xmlns:p14="http://schemas.microsoft.com/office/powerpoint/2010/main" val="100473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" y="893"/>
            <a:ext cx="12185651" cy="712946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171" y="1448316"/>
            <a:ext cx="1950475" cy="6856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75746" y="2362478"/>
            <a:ext cx="5865872" cy="1938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999" dirty="0">
                <a:solidFill>
                  <a:srgbClr val="222222"/>
                </a:solidFill>
                <a:latin typeface="Roboto"/>
              </a:rPr>
              <a:t>American Standard Code for Information Interchange</a:t>
            </a:r>
            <a:endParaRPr lang="en-US" sz="3999" dirty="0"/>
          </a:p>
        </p:txBody>
      </p:sp>
    </p:spTree>
    <p:extLst>
      <p:ext uri="{BB962C8B-B14F-4D97-AF65-F5344CB8AC3E}">
        <p14:creationId xmlns:p14="http://schemas.microsoft.com/office/powerpoint/2010/main" val="69480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" y="893"/>
            <a:ext cx="12185651" cy="712946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05" y="746488"/>
            <a:ext cx="8532178" cy="55338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837983" y="3200460"/>
            <a:ext cx="1645312" cy="1076937"/>
          </a:xfrm>
          <a:prstGeom prst="rect">
            <a:avLst/>
          </a:prstGeom>
          <a:noFill/>
        </p:spPr>
        <p:txBody>
          <a:bodyPr wrap="square" lIns="91416" tIns="45708" rIns="91416" bIns="45708">
            <a:spAutoFit/>
          </a:bodyPr>
          <a:lstStyle/>
          <a:p>
            <a:pPr algn="ctr"/>
            <a:r>
              <a:rPr lang="en-US" sz="319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ASCII</a:t>
            </a:r>
          </a:p>
          <a:p>
            <a:pPr algn="ctr"/>
            <a:r>
              <a:rPr lang="en-US" sz="319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228730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" y="893"/>
            <a:ext cx="12185651" cy="712946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Number Systems</a:t>
            </a:r>
            <a:endParaRPr lang="en-US" b="1" kern="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422" y="1481888"/>
            <a:ext cx="10589042" cy="389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8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Data</a:t>
            </a:r>
            <a:endParaRPr lang="en-US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9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108204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062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13132"/>
          </a:xfrm>
        </p:spPr>
        <p:txBody>
          <a:bodyPr>
            <a:normAutofit/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Data</a:t>
            </a:r>
            <a:endParaRPr lang="en-US" b="1" kern="0" dirty="0">
              <a:solidFill>
                <a:srgbClr val="FF0000"/>
              </a:solidFill>
            </a:endParaRPr>
          </a:p>
        </p:txBody>
      </p:sp>
      <p:graphicFrame>
        <p:nvGraphicFramePr>
          <p:cNvPr id="9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</p:nvPr>
        </p:nvGraphicFramePr>
        <p:xfrm>
          <a:off x="836612" y="763586"/>
          <a:ext cx="10820400" cy="56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1269" y="1066800"/>
            <a:ext cx="848628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6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How Program Works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4212" y="4275968"/>
            <a:ext cx="4572000" cy="191475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3" name="Rectangle 22"/>
          <p:cNvSpPr/>
          <p:nvPr/>
        </p:nvSpPr>
        <p:spPr>
          <a:xfrm>
            <a:off x="150812" y="1295400"/>
            <a:ext cx="6092825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Program is copied from secondary memory to RAM each time CPU executes it.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CPU executes program in cycles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	Fetch </a:t>
            </a:r>
          </a:p>
          <a:p>
            <a:pPr marL="1561887" lvl="2" indent="-342900">
              <a:buFont typeface="Wingdings" panose="05000000000000000000" pitchFamily="2" charset="2"/>
              <a:buChar char="Ø"/>
            </a:pPr>
            <a:r>
              <a:rPr lang="en-US" dirty="0"/>
              <a:t>read the next instruction from memory into CPU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	Decode</a:t>
            </a:r>
          </a:p>
          <a:p>
            <a:pPr marL="1561887" lvl="2" indent="-342900">
              <a:buFont typeface="Wingdings" panose="05000000000000000000" pitchFamily="2" charset="2"/>
              <a:buChar char="Ø"/>
            </a:pPr>
            <a:r>
              <a:rPr lang="en-US" dirty="0"/>
              <a:t>CPU decodes fetched instruction to determine which operation to perform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	Execute</a:t>
            </a:r>
          </a:p>
          <a:p>
            <a:pPr marL="1561887" lvl="2" indent="-342900">
              <a:buFont typeface="Wingdings" panose="05000000000000000000" pitchFamily="2" charset="2"/>
              <a:buChar char="Ø"/>
            </a:pPr>
            <a:r>
              <a:rPr lang="en-US" dirty="0"/>
              <a:t>perform the operation</a:t>
            </a: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2" y="1447800"/>
            <a:ext cx="5638800" cy="4648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35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Programming Languages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207" y="1429457"/>
            <a:ext cx="7662410" cy="44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1" y="787400"/>
            <a:ext cx="1218882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Computer’s are only 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because we program them to be. 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37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Programming Languages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812" y="787400"/>
            <a:ext cx="12342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Attempting to get a computer to complete a specific task without making any mistakes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0812" y="1969532"/>
            <a:ext cx="123428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order to talk to computer, we must first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translate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your English instructions to Binary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would be entirely unpractical to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every programming instruction we have into binary by hand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812" y="3657600"/>
            <a:ext cx="123428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Programming languages serve as a middle-man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Translate your instructions in to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code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series of 0’s and 1’s that the computer can understand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74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Programming Languages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9" y="787400"/>
            <a:ext cx="1380952" cy="5714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812" y="1066800"/>
            <a:ext cx="8458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05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Programming Languages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2" y="990600"/>
            <a:ext cx="4047619" cy="5047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812" y="2362200"/>
            <a:ext cx="3933333" cy="22857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212" y="2362200"/>
            <a:ext cx="2286000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1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Programming Languages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31" y="820530"/>
            <a:ext cx="4400000" cy="5142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612" y="2362200"/>
            <a:ext cx="3838095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412" y="2362200"/>
            <a:ext cx="1838095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12" y="2362200"/>
            <a:ext cx="93333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7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Programming Languages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" y="1219200"/>
            <a:ext cx="3600000" cy="21142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36" y="3581400"/>
            <a:ext cx="2180952" cy="18095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412" y="1219200"/>
            <a:ext cx="3619048" cy="12285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317" y="2590800"/>
            <a:ext cx="3895238" cy="17904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8745" y="4369948"/>
            <a:ext cx="1752381" cy="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1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78740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</a:rPr>
              <a:t>Programming Languages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1295400"/>
            <a:ext cx="3380952" cy="1276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4212" y="2895600"/>
            <a:ext cx="3124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Top down 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doesn’t have proper way for hiding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is not secured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Code is interdependent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Reuse if difficult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12" y="1295400"/>
            <a:ext cx="3714286" cy="13142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4255" y="2895600"/>
            <a:ext cx="3124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Bottom up 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Helps in wrapping data and functions in a class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Helps Building secure programs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Code is modular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Can be reused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87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88825" cy="787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/>
              <a:defRPr sz="44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>
                <a:solidFill>
                  <a:srgbClr val="FF0000"/>
                </a:solidFill>
              </a:rPr>
              <a:t>How High Level Languages Converted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1014734"/>
            <a:ext cx="2114286" cy="542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12" y="1014734"/>
            <a:ext cx="2485714" cy="6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1812" y="1828800"/>
            <a:ext cx="3124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Translates high level instruction into machine language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Generates an executable file like .exe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Used by C++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75412" y="1905000"/>
            <a:ext cx="3124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Translates high level instruction into an intermediate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and every line executed individually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Used by Python language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209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88825" cy="787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/>
              <a:defRPr sz="44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>
                <a:solidFill>
                  <a:srgbClr val="FF0000"/>
                </a:solidFill>
              </a:rPr>
              <a:t>How High Level Languages Converted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1014734"/>
            <a:ext cx="2114286" cy="542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12" y="1014734"/>
            <a:ext cx="2485714" cy="6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1812" y="1828800"/>
            <a:ext cx="3124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Translates high level instruction into machine language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Generates an executable file like .exe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Used by C++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75412" y="1905000"/>
            <a:ext cx="3124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Translates high level instruction into an intermediate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and every line executed individually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Used by Python language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4969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88825" cy="787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/>
              <a:defRPr sz="44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>
                <a:solidFill>
                  <a:srgbClr val="FF0000"/>
                </a:solidFill>
              </a:rPr>
              <a:t>Compilers and Interpreters</a:t>
            </a:r>
            <a:endParaRPr lang="en-US" altLang="ko-KR" sz="4800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38" y="2094014"/>
            <a:ext cx="2114286" cy="542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38" y="5029199"/>
            <a:ext cx="2485714" cy="60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640" y="1233561"/>
            <a:ext cx="8162972" cy="257643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640" y="4038601"/>
            <a:ext cx="8162972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814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01D382-32B0-43EE-932C-28906AF37617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www.w3.org/XML/1998/namespace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8806</TotalTime>
  <Words>3283</Words>
  <Application>Microsoft Office PowerPoint</Application>
  <PresentationFormat>Custom</PresentationFormat>
  <Paragraphs>696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7" baseType="lpstr">
      <vt:lpstr>Arial</vt:lpstr>
      <vt:lpstr>Calibri</vt:lpstr>
      <vt:lpstr>Cambria Math</vt:lpstr>
      <vt:lpstr>Century Gothic</vt:lpstr>
      <vt:lpstr>Corbel</vt:lpstr>
      <vt:lpstr>Courier New</vt:lpstr>
      <vt:lpstr>Liberation Sans</vt:lpstr>
      <vt:lpstr>Liberation Serif</vt:lpstr>
      <vt:lpstr>Open Sans</vt:lpstr>
      <vt:lpstr>Roboto</vt:lpstr>
      <vt:lpstr>Symbol</vt:lpstr>
      <vt:lpstr>Times New Roman</vt:lpstr>
      <vt:lpstr>Wingdings</vt:lpstr>
      <vt:lpstr>Parallax</vt:lpstr>
      <vt:lpstr>PowerPoint Presentation</vt:lpstr>
      <vt:lpstr>Computing Introduction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</vt:lpstr>
      <vt:lpstr>Arithmetic &amp; Logical Introduction</vt:lpstr>
      <vt:lpstr>Arithmetic &amp; Logical Introduction</vt:lpstr>
      <vt:lpstr>PowerPoint Presentation</vt:lpstr>
      <vt:lpstr>Hardware</vt:lpstr>
      <vt:lpstr>CPU</vt:lpstr>
      <vt:lpstr>RAM</vt:lpstr>
      <vt:lpstr>Computer Devices </vt:lpstr>
      <vt:lpstr>Software</vt:lpstr>
      <vt:lpstr>PowerPoint Presentation</vt:lpstr>
      <vt:lpstr>Decimal, Binary and Hexadecimal</vt:lpstr>
      <vt:lpstr>Decimal, Binary and Hexadecimal</vt:lpstr>
      <vt:lpstr>Decimal, Binary and Hexadecimal</vt:lpstr>
      <vt:lpstr>Decimal, Binary and Hexadecimal</vt:lpstr>
      <vt:lpstr>Decimal, Binary and Hexadecimal</vt:lpstr>
      <vt:lpstr>PowerPoint Presentation</vt:lpstr>
      <vt:lpstr>Decimal, Binary and Hexadecimal</vt:lpstr>
      <vt:lpstr>Decimal, Binary and Hexadecimal</vt:lpstr>
      <vt:lpstr>Decimal, Binary and Hexadecimal</vt:lpstr>
      <vt:lpstr>Decimal, Binary and Hexadecimal</vt:lpstr>
      <vt:lpstr>Number Systems</vt:lpstr>
      <vt:lpstr>Number Systems</vt:lpstr>
      <vt:lpstr>Number Systems</vt:lpstr>
      <vt:lpstr>Number Systems</vt:lpstr>
      <vt:lpstr>Number Systems</vt:lpstr>
      <vt:lpstr>Number Systems</vt:lpstr>
      <vt:lpstr>Data</vt:lpstr>
      <vt:lpstr>Number Systems</vt:lpstr>
      <vt:lpstr>Number Systems</vt:lpstr>
      <vt:lpstr>Number Systems</vt:lpstr>
      <vt:lpstr>Number Systems</vt:lpstr>
      <vt:lpstr>Data</vt:lpstr>
      <vt:lpstr>Data</vt:lpstr>
      <vt:lpstr>How Program Works</vt:lpstr>
      <vt:lpstr>Programming Languages</vt:lpstr>
      <vt:lpstr>Programming Languages</vt:lpstr>
      <vt:lpstr>Programming Languages</vt:lpstr>
      <vt:lpstr>Programming Languages</vt:lpstr>
      <vt:lpstr>Programming Languages</vt:lpstr>
      <vt:lpstr>Programming Languages</vt:lpstr>
      <vt:lpstr>Programming Languages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Ally,Murtaza (HHSC)</dc:creator>
  <cp:lastModifiedBy>Murtaza Ally</cp:lastModifiedBy>
  <cp:revision>370</cp:revision>
  <dcterms:created xsi:type="dcterms:W3CDTF">2017-05-16T14:09:04Z</dcterms:created>
  <dcterms:modified xsi:type="dcterms:W3CDTF">2025-05-29T02:53:32Z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